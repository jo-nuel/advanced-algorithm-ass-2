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40B97-EADC-40F3-A0BA-FD9177308BC2}" v="4" dt="2026-10-23T12:38:24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Immanuel" userId="e8b7f7f1657bae45" providerId="LiveId" clId="{2CD6F860-70DC-4934-A33C-873A671D295A}"/>
    <pc:docChg chg="undo custSel addSld delSld modSld">
      <pc:chgData name="Jonathan Immanuel" userId="e8b7f7f1657bae45" providerId="LiveId" clId="{2CD6F860-70DC-4934-A33C-873A671D295A}" dt="2026-10-23T12:42:49.326" v="56" actId="14100"/>
      <pc:docMkLst>
        <pc:docMk/>
      </pc:docMkLst>
      <pc:sldChg chg="delSp modSp mod">
        <pc:chgData name="Jonathan Immanuel" userId="e8b7f7f1657bae45" providerId="LiveId" clId="{2CD6F860-70DC-4934-A33C-873A671D295A}" dt="2026-10-23T12:42:49.326" v="56" actId="14100"/>
        <pc:sldMkLst>
          <pc:docMk/>
          <pc:sldMk cId="1471341728" sldId="256"/>
        </pc:sldMkLst>
        <pc:spChg chg="mod">
          <ac:chgData name="Jonathan Immanuel" userId="e8b7f7f1657bae45" providerId="LiveId" clId="{2CD6F860-70DC-4934-A33C-873A671D295A}" dt="2026-10-23T12:42:49.326" v="56" actId="14100"/>
          <ac:spMkLst>
            <pc:docMk/>
            <pc:sldMk cId="1471341728" sldId="256"/>
            <ac:spMk id="3" creationId="{E70157A4-A0F0-4AEA-920A-6F992C86D3AC}"/>
          </ac:spMkLst>
        </pc:spChg>
        <pc:spChg chg="del">
          <ac:chgData name="Jonathan Immanuel" userId="e8b7f7f1657bae45" providerId="LiveId" clId="{2CD6F860-70DC-4934-A33C-873A671D295A}" dt="2026-10-23T12:36:32.785" v="5" actId="478"/>
          <ac:spMkLst>
            <pc:docMk/>
            <pc:sldMk cId="1471341728" sldId="256"/>
            <ac:spMk id="7" creationId="{E31868C2-FD8F-4CCC-9A97-F818773A4EEF}"/>
          </ac:spMkLst>
        </pc:spChg>
        <pc:spChg chg="del">
          <ac:chgData name="Jonathan Immanuel" userId="e8b7f7f1657bae45" providerId="LiveId" clId="{2CD6F860-70DC-4934-A33C-873A671D295A}" dt="2026-10-23T12:36:34.626" v="6" actId="478"/>
          <ac:spMkLst>
            <pc:docMk/>
            <pc:sldMk cId="1471341728" sldId="256"/>
            <ac:spMk id="8" creationId="{345A9D3A-C695-4349-BC94-239FC1A97902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9" creationId="{C6819ABE-876D-45FA-BD47-CC88F1303811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0" creationId="{3C3DFD08-98E2-44FA-AE5B-EAAD5725EFFC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1" creationId="{0D049F5A-4184-44CE-9D47-8A36FFA3A54C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2" creationId="{3518A19A-F86B-45D9-BAD0-0763EF97F4E8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3" creationId="{78C2170D-097E-419B-A94D-A8F74E3B8B71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4" creationId="{EE472825-D0C1-4236-880F-6B0B96458EF4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5" creationId="{2C934EE4-8760-4097-B61B-4B00DA8BD1C7}"/>
          </ac:spMkLst>
        </pc:spChg>
        <pc:spChg chg="del">
          <ac:chgData name="Jonathan Immanuel" userId="e8b7f7f1657bae45" providerId="LiveId" clId="{2CD6F860-70DC-4934-A33C-873A671D295A}" dt="2026-10-23T12:36:31.612" v="3" actId="478"/>
          <ac:spMkLst>
            <pc:docMk/>
            <pc:sldMk cId="1471341728" sldId="256"/>
            <ac:spMk id="16" creationId="{68F9F4D4-2631-48F5-AA8F-6C1F7BF211D5}"/>
          </ac:spMkLst>
        </pc:spChg>
        <pc:spChg chg="del">
          <ac:chgData name="Jonathan Immanuel" userId="e8b7f7f1657bae45" providerId="LiveId" clId="{2CD6F860-70DC-4934-A33C-873A671D295A}" dt="2026-10-23T12:36:32.238" v="4" actId="478"/>
          <ac:spMkLst>
            <pc:docMk/>
            <pc:sldMk cId="1471341728" sldId="256"/>
            <ac:spMk id="17" creationId="{1F8BC0B6-47C8-4749-8968-567D8A0A5AD4}"/>
          </ac:spMkLst>
        </pc:spChg>
        <pc:spChg chg="del">
          <ac:chgData name="Jonathan Immanuel" userId="e8b7f7f1657bae45" providerId="LiveId" clId="{2CD6F860-70DC-4934-A33C-873A671D295A}" dt="2026-10-23T12:36:35.849" v="7" actId="478"/>
          <ac:spMkLst>
            <pc:docMk/>
            <pc:sldMk cId="1471341728" sldId="256"/>
            <ac:spMk id="20" creationId="{03892666-85F3-42D5-B0E9-65EB1CE06AA4}"/>
          </ac:spMkLst>
        </pc:spChg>
        <pc:spChg chg="del">
          <ac:chgData name="Jonathan Immanuel" userId="e8b7f7f1657bae45" providerId="LiveId" clId="{2CD6F860-70DC-4934-A33C-873A671D295A}" dt="2026-10-23T12:36:26.783" v="0" actId="478"/>
          <ac:spMkLst>
            <pc:docMk/>
            <pc:sldMk cId="1471341728" sldId="256"/>
            <ac:spMk id="21" creationId="{A9E6824F-DC10-41DA-9647-C72D60295960}"/>
          </ac:spMkLst>
        </pc:spChg>
      </pc:sldChg>
      <pc:sldChg chg="modSp mod">
        <pc:chgData name="Jonathan Immanuel" userId="e8b7f7f1657bae45" providerId="LiveId" clId="{2CD6F860-70DC-4934-A33C-873A671D295A}" dt="2026-10-23T12:37:42.252" v="13" actId="1076"/>
        <pc:sldMkLst>
          <pc:docMk/>
          <pc:sldMk cId="1133023658" sldId="259"/>
        </pc:sldMkLst>
        <pc:spChg chg="mod">
          <ac:chgData name="Jonathan Immanuel" userId="e8b7f7f1657bae45" providerId="LiveId" clId="{2CD6F860-70DC-4934-A33C-873A671D295A}" dt="2026-10-23T12:37:11.497" v="9" actId="1076"/>
          <ac:spMkLst>
            <pc:docMk/>
            <pc:sldMk cId="1133023658" sldId="259"/>
            <ac:spMk id="37" creationId="{22D61C9C-EFF2-4937-BC31-1891DC6FFAD2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38" creationId="{49A60824-69F9-4583-9400-6ACBB8700E98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39" creationId="{B8ACFAB4-2966-479F-805C-942EB44B14C5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0" creationId="{C5B95F41-67DD-4C35-BD0D-FCAA6217E740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1" creationId="{7BB77FA2-5D25-4389-99D3-F3E37D087CE2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2" creationId="{2614A56B-A992-429C-9441-9B10E4FF011A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3" creationId="{60FCBEFA-EDD8-4DA0-8144-C0D86CB204DE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6" creationId="{3C815D12-1476-468A-8F45-ACCDB1B64BB2}"/>
          </ac:spMkLst>
        </pc:spChg>
        <pc:spChg chg="mod">
          <ac:chgData name="Jonathan Immanuel" userId="e8b7f7f1657bae45" providerId="LiveId" clId="{2CD6F860-70DC-4934-A33C-873A671D295A}" dt="2026-10-23T12:37:42.252" v="13" actId="1076"/>
          <ac:spMkLst>
            <pc:docMk/>
            <pc:sldMk cId="1133023658" sldId="259"/>
            <ac:spMk id="47" creationId="{2B554595-E78D-45CE-98F7-C97D0D2F8883}"/>
          </ac:spMkLst>
        </pc:spChg>
      </pc:sldChg>
      <pc:sldChg chg="delSp mod">
        <pc:chgData name="Jonathan Immanuel" userId="e8b7f7f1657bae45" providerId="LiveId" clId="{2CD6F860-70DC-4934-A33C-873A671D295A}" dt="2026-10-23T12:38:19.572" v="24" actId="478"/>
        <pc:sldMkLst>
          <pc:docMk/>
          <pc:sldMk cId="93952015" sldId="267"/>
        </pc:sldMkLst>
        <pc:spChg chg="del">
          <ac:chgData name="Jonathan Immanuel" userId="e8b7f7f1657bae45" providerId="LiveId" clId="{2CD6F860-70DC-4934-A33C-873A671D295A}" dt="2026-10-23T12:38:18.432" v="23" actId="478"/>
          <ac:spMkLst>
            <pc:docMk/>
            <pc:sldMk cId="93952015" sldId="267"/>
            <ac:spMk id="13" creationId="{468B2655-229E-4F5E-92F9-FE0B1A9226F4}"/>
          </ac:spMkLst>
        </pc:spChg>
        <pc:spChg chg="del">
          <ac:chgData name="Jonathan Immanuel" userId="e8b7f7f1657bae45" providerId="LiveId" clId="{2CD6F860-70DC-4934-A33C-873A671D295A}" dt="2026-10-23T12:38:19.572" v="24" actId="478"/>
          <ac:spMkLst>
            <pc:docMk/>
            <pc:sldMk cId="93952015" sldId="267"/>
            <ac:spMk id="14" creationId="{C39B31DF-5470-40DE-B73B-8F09DD97FBE3}"/>
          </ac:spMkLst>
        </pc:spChg>
      </pc:sldChg>
      <pc:sldChg chg="addSp delSp modSp add mod setBg">
        <pc:chgData name="Jonathan Immanuel" userId="e8b7f7f1657bae45" providerId="LiveId" clId="{2CD6F860-70DC-4934-A33C-873A671D295A}" dt="2026-10-23T12:38:38.555" v="39" actId="1076"/>
        <pc:sldMkLst>
          <pc:docMk/>
          <pc:sldMk cId="1581210570" sldId="268"/>
        </pc:sldMkLst>
        <pc:spChg chg="del mod">
          <ac:chgData name="Jonathan Immanuel" userId="e8b7f7f1657bae45" providerId="LiveId" clId="{2CD6F860-70DC-4934-A33C-873A671D295A}" dt="2026-10-23T12:38:11.076" v="20" actId="478"/>
          <ac:spMkLst>
            <pc:docMk/>
            <pc:sldMk cId="1581210570" sldId="268"/>
            <ac:spMk id="3" creationId="{E49DC806-F566-4254-8CE2-16AF5EC9B70E}"/>
          </ac:spMkLst>
        </pc:spChg>
        <pc:spChg chg="del">
          <ac:chgData name="Jonathan Immanuel" userId="e8b7f7f1657bae45" providerId="LiveId" clId="{2CD6F860-70DC-4934-A33C-873A671D295A}" dt="2026-10-23T12:38:09.626" v="18" actId="478"/>
          <ac:spMkLst>
            <pc:docMk/>
            <pc:sldMk cId="1581210570" sldId="268"/>
            <ac:spMk id="4" creationId="{E80A1CB9-BA6B-458D-9CDE-2C5176EB56CF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8" creationId="{749A462C-EF89-4257-8356-9A3939FF5796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12" creationId="{D9678132-B9D5-4A6B-83D8-39A01953749C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19" creationId="{63E778FF-FF57-4153-B9C3-38F9695584C6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21" creationId="{81C449AF-043B-4E23-8F62-A4BF833FC139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22" creationId="{C47A57F9-7B5E-47F1-A86B-65D83017D17F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23" creationId="{0B6262C9-A5C5-42B6-BD2E-C4191862896C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25" creationId="{3EBC0D1D-F0B6-4CC5-95EB-A617B258ECA3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27" creationId="{CC64B7BE-26B2-48F4-89BE-1A7003B507BC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33" creationId="{A93CC3B8-E31F-4288-89EB-1C3F45C2C760}"/>
          </ac:spMkLst>
        </pc:spChg>
        <pc:spChg chg="del">
          <ac:chgData name="Jonathan Immanuel" userId="e8b7f7f1657bae45" providerId="LiveId" clId="{2CD6F860-70DC-4934-A33C-873A671D295A}" dt="2026-10-23T12:38:08.064" v="17" actId="478"/>
          <ac:spMkLst>
            <pc:docMk/>
            <pc:sldMk cId="1581210570" sldId="268"/>
            <ac:spMk id="49" creationId="{6665419B-92EE-4C48-AC2D-CB9D31844455}"/>
          </ac:spMkLst>
        </pc:spChg>
        <pc:spChg chg="del">
          <ac:chgData name="Jonathan Immanuel" userId="e8b7f7f1657bae45" providerId="LiveId" clId="{2CD6F860-70DC-4934-A33C-873A671D295A}" dt="2026-10-23T12:38:15.603" v="22" actId="478"/>
          <ac:spMkLst>
            <pc:docMk/>
            <pc:sldMk cId="1581210570" sldId="268"/>
            <ac:spMk id="50" creationId="{4835D00C-CEFE-4CD1-8AE0-0C16DCA90537}"/>
          </ac:spMkLst>
        </pc:spChg>
        <pc:spChg chg="del">
          <ac:chgData name="Jonathan Immanuel" userId="e8b7f7f1657bae45" providerId="LiveId" clId="{2CD6F860-70DC-4934-A33C-873A671D295A}" dt="2026-10-23T12:38:13.805" v="21" actId="478"/>
          <ac:spMkLst>
            <pc:docMk/>
            <pc:sldMk cId="1581210570" sldId="268"/>
            <ac:spMk id="51" creationId="{FEA89791-AF48-4990-BC2F-47D377A4BC57}"/>
          </ac:spMkLst>
        </pc:spChg>
        <pc:spChg chg="add mod">
          <ac:chgData name="Jonathan Immanuel" userId="e8b7f7f1657bae45" providerId="LiveId" clId="{2CD6F860-70DC-4934-A33C-873A671D295A}" dt="2026-10-23T12:38:38.555" v="39" actId="1076"/>
          <ac:spMkLst>
            <pc:docMk/>
            <pc:sldMk cId="1581210570" sldId="268"/>
            <ac:spMk id="54" creationId="{AD3B42B2-4A7F-4159-D0F3-17F80D776293}"/>
          </ac:spMkLst>
        </pc:spChg>
      </pc:sldChg>
      <pc:sldChg chg="add del setBg">
        <pc:chgData name="Jonathan Immanuel" userId="e8b7f7f1657bae45" providerId="LiveId" clId="{2CD6F860-70DC-4934-A33C-873A671D295A}" dt="2026-10-23T12:38:05.348" v="16" actId="47"/>
        <pc:sldMkLst>
          <pc:docMk/>
          <pc:sldMk cId="19941650" sldId="269"/>
        </pc:sldMkLst>
      </pc:sldChg>
      <pc:sldChg chg="add del setBg">
        <pc:chgData name="Jonathan Immanuel" userId="e8b7f7f1657bae45" providerId="LiveId" clId="{2CD6F860-70DC-4934-A33C-873A671D295A}" dt="2026-10-23T12:38:24.804" v="26"/>
        <pc:sldMkLst>
          <pc:docMk/>
          <pc:sldMk cId="69431074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3D76805-58D4-4D41-B43B-DEE139E3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3C879BC-BF8F-4EE9-B804-5D29EBF9C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49FBAFD-AE07-4326-83FB-646413357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FB83CE-FD67-476E-94B2-7EE8CB12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9DB0CFC-E2D0-4FDC-A06B-11F134288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5751DF-4CC3-48A0-BA6C-AD16C7D8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9D3908-F6E7-45AC-A16E-35776DCCF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DAC9419-1EBE-4153-8432-81979EAFDA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26C10D2-4EC9-4A44-8A87-3ACCDE3A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40F1B52-B2F3-44CA-8B2C-AD70872FA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8D7060-1E67-491A-B415-CBAB974D1E3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2563EB"/>
                </a:solidFill>
              </a:defRPr>
            </a:defPPr>
            <a:lvl1pPr algn="l">
              <a:defRPr sz="1050" b="1">
                <a:solidFill>
                  <a:srgbClr val="2563EB"/>
                </a:solidFill>
              </a:defRPr>
            </a:lvl1pPr>
            <a:lvl2pPr algn="l">
              <a:defRPr sz="1050" b="1">
                <a:solidFill>
                  <a:srgbClr val="2563EB"/>
                </a:solidFill>
              </a:defRPr>
            </a:lvl2pPr>
            <a:lvl3pPr algn="l">
              <a:defRPr sz="1050" b="1">
                <a:solidFill>
                  <a:srgbClr val="2563EB"/>
                </a:solidFill>
              </a:defRPr>
            </a:lvl3pPr>
            <a:lvl4pPr algn="l">
              <a:defRPr sz="1050" b="1">
                <a:solidFill>
                  <a:srgbClr val="2563EB"/>
                </a:solidFill>
              </a:defRPr>
            </a:lvl4pPr>
            <a:lvl5pPr algn="l">
              <a:defRPr sz="1050" b="1">
                <a:solidFill>
                  <a:srgbClr val="2563EB"/>
                </a:solidFill>
              </a:defRPr>
            </a:lvl5pPr>
            <a:lvl6pPr algn="l">
              <a:defRPr sz="1050" b="1">
                <a:solidFill>
                  <a:srgbClr val="2563EB"/>
                </a:solidFill>
              </a:defRPr>
            </a:lvl6pPr>
            <a:lvl7pPr algn="l">
              <a:defRPr sz="1050" b="1">
                <a:solidFill>
                  <a:srgbClr val="2563EB"/>
                </a:solidFill>
              </a:defRPr>
            </a:lvl7pPr>
            <a:lvl8pPr algn="l">
              <a:defRPr sz="1050" b="1">
                <a:solidFill>
                  <a:srgbClr val="2563EB"/>
                </a:solidFill>
              </a:defRPr>
            </a:lvl8pPr>
            <a:lvl9pPr algn="l">
              <a:defRPr sz="1050" b="1">
                <a:solidFill>
                  <a:srgbClr val="2563EB"/>
                </a:solidFill>
              </a:defRPr>
            </a:lvl9pPr>
          </a:lstStyle>
          <a:p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ADVANCED ALGORITHMS   PROGRAMMING ASSIGNMENT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157A4-A0F0-4AEA-920A-6F992C86D3AC}"/>
              </a:ext>
            </a:extLst>
          </p:cNvPr>
          <p:cNvSpPr>
            <a:spLocks noGrp="1"/>
          </p:cNvSpPr>
          <p:nvPr/>
        </p:nvSpPr>
        <p:spPr>
          <a:xfrm>
            <a:off x="685799" y="1285875"/>
            <a:ext cx="850729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14213D"/>
                </a:solidFill>
              </a:defRPr>
            </a:defPPr>
            <a:lvl1pPr algn="l">
              <a:defRPr sz="3600" b="1">
                <a:solidFill>
                  <a:srgbClr val="14213D"/>
                </a:solidFill>
              </a:defRPr>
            </a:lvl1pPr>
            <a:lvl2pPr algn="l">
              <a:defRPr sz="3600" b="1">
                <a:solidFill>
                  <a:srgbClr val="14213D"/>
                </a:solidFill>
              </a:defRPr>
            </a:lvl2pPr>
            <a:lvl3pPr algn="l">
              <a:defRPr sz="3600" b="1">
                <a:solidFill>
                  <a:srgbClr val="14213D"/>
                </a:solidFill>
              </a:defRPr>
            </a:lvl3pPr>
            <a:lvl4pPr algn="l">
              <a:defRPr sz="3600" b="1">
                <a:solidFill>
                  <a:srgbClr val="14213D"/>
                </a:solidFill>
              </a:defRPr>
            </a:lvl4pPr>
            <a:lvl5pPr algn="l">
              <a:defRPr sz="3600" b="1">
                <a:solidFill>
                  <a:srgbClr val="14213D"/>
                </a:solidFill>
              </a:defRPr>
            </a:lvl5pPr>
            <a:lvl6pPr algn="l">
              <a:defRPr sz="3600" b="1">
                <a:solidFill>
                  <a:srgbClr val="14213D"/>
                </a:solidFill>
              </a:defRPr>
            </a:lvl6pPr>
            <a:lvl7pPr algn="l">
              <a:defRPr sz="3600" b="1">
                <a:solidFill>
                  <a:srgbClr val="14213D"/>
                </a:solidFill>
              </a:defRPr>
            </a:lvl7pPr>
            <a:lvl8pPr algn="l">
              <a:defRPr sz="3600" b="1">
                <a:solidFill>
                  <a:srgbClr val="14213D"/>
                </a:solidFill>
              </a:defRPr>
            </a:lvl8pPr>
            <a:lvl9pPr algn="l">
              <a:defRPr sz="3600" b="1">
                <a:solidFill>
                  <a:srgbClr val="14213D"/>
                </a:solidFill>
              </a:defRPr>
            </a:lvl9pPr>
          </a:lstStyle>
          <a:p>
            <a:pPr algn="l">
              <a:defRPr sz="3600" b="1">
                <a:solidFill>
                  <a:srgbClr val="14213D"/>
                </a:solidFill>
              </a:defRPr>
            </a:pPr>
            <a:r>
              <a:rPr sz="3600" b="1" dirty="0">
                <a:solidFill>
                  <a:srgbClr val="14213D"/>
                </a:solidFill>
              </a:rPr>
              <a:t>Randomi</a:t>
            </a:r>
            <a:r>
              <a:rPr lang="en-US" sz="3600" b="1" dirty="0">
                <a:solidFill>
                  <a:srgbClr val="14213D"/>
                </a:solidFill>
              </a:rPr>
              <a:t>z</a:t>
            </a:r>
            <a:r>
              <a:rPr sz="3600" b="1" dirty="0">
                <a:solidFill>
                  <a:srgbClr val="14213D"/>
                </a:solidFill>
              </a:rPr>
              <a:t>ed </a:t>
            </a:r>
            <a:r>
              <a:rPr sz="3600" b="1" dirty="0" err="1">
                <a:solidFill>
                  <a:srgbClr val="14213D"/>
                </a:solidFill>
              </a:rPr>
              <a:t>Quickselect</a:t>
            </a:r>
            <a:endParaRPr sz="3600" b="1" dirty="0">
              <a:solidFill>
                <a:srgbClr val="14213D"/>
              </a:solidFill>
            </a:endParaRPr>
          </a:p>
          <a:p>
            <a:pPr algn="l">
              <a:defRPr sz="3600" b="1">
                <a:solidFill>
                  <a:srgbClr val="14213D"/>
                </a:solidFill>
              </a:defRPr>
            </a:pPr>
            <a:r>
              <a:rPr sz="3600" b="1" dirty="0">
                <a:solidFill>
                  <a:srgbClr val="14213D"/>
                </a:solidFill>
              </a:rPr>
              <a:t>versus </a:t>
            </a:r>
            <a:r>
              <a:rPr lang="en-US" sz="3600" b="1" dirty="0">
                <a:solidFill>
                  <a:srgbClr val="14213D"/>
                </a:solidFill>
              </a:rPr>
              <a:t>Deterministic </a:t>
            </a:r>
            <a:r>
              <a:rPr sz="3600" b="1" dirty="0">
                <a:solidFill>
                  <a:srgbClr val="14213D"/>
                </a:solidFill>
              </a:rPr>
              <a:t>Median of Medians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AAE954-6BDC-49BA-96C5-D36FD2B3942E}"/>
              </a:ext>
            </a:extLst>
          </p:cNvPr>
          <p:cNvSpPr>
            <a:spLocks noGrp="1"/>
          </p:cNvSpPr>
          <p:nvPr/>
        </p:nvSpPr>
        <p:spPr>
          <a:xfrm>
            <a:off x="704850" y="2895600"/>
            <a:ext cx="647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00" b="0">
                <a:solidFill>
                  <a:srgbClr val="5B6474"/>
                </a:solidFill>
              </a:defRPr>
            </a:defPPr>
            <a:lvl1pPr algn="l">
              <a:defRPr sz="1800" b="0">
                <a:solidFill>
                  <a:srgbClr val="5B6474"/>
                </a:solidFill>
              </a:defRPr>
            </a:lvl1pPr>
            <a:lvl2pPr algn="l">
              <a:defRPr sz="1800" b="0">
                <a:solidFill>
                  <a:srgbClr val="5B6474"/>
                </a:solidFill>
              </a:defRPr>
            </a:lvl2pPr>
            <a:lvl3pPr algn="l">
              <a:defRPr sz="1800" b="0">
                <a:solidFill>
                  <a:srgbClr val="5B6474"/>
                </a:solidFill>
              </a:defRPr>
            </a:lvl3pPr>
            <a:lvl4pPr algn="l">
              <a:defRPr sz="1800" b="0">
                <a:solidFill>
                  <a:srgbClr val="5B6474"/>
                </a:solidFill>
              </a:defRPr>
            </a:lvl4pPr>
            <a:lvl5pPr algn="l">
              <a:defRPr sz="1800" b="0">
                <a:solidFill>
                  <a:srgbClr val="5B6474"/>
                </a:solidFill>
              </a:defRPr>
            </a:lvl5pPr>
            <a:lvl6pPr algn="l">
              <a:defRPr sz="1800" b="0">
                <a:solidFill>
                  <a:srgbClr val="5B6474"/>
                </a:solidFill>
              </a:defRPr>
            </a:lvl6pPr>
            <a:lvl7pPr algn="l">
              <a:defRPr sz="1800" b="0">
                <a:solidFill>
                  <a:srgbClr val="5B6474"/>
                </a:solidFill>
              </a:defRPr>
            </a:lvl7pPr>
            <a:lvl8pPr algn="l">
              <a:defRPr sz="1800" b="0">
                <a:solidFill>
                  <a:srgbClr val="5B6474"/>
                </a:solidFill>
              </a:defRPr>
            </a:lvl8pPr>
            <a:lvl9pPr algn="l">
              <a:defRPr sz="1800" b="0">
                <a:solidFill>
                  <a:srgbClr val="5B6474"/>
                </a:solidFill>
              </a:defRPr>
            </a:lvl9pPr>
          </a:lstStyle>
          <a:p>
            <a:pPr algn="l">
              <a:defRPr sz="1800" b="0">
                <a:solidFill>
                  <a:srgbClr val="5B6474"/>
                </a:solidFill>
              </a:defRPr>
            </a:pPr>
            <a:r>
              <a:rPr sz="1800" b="0">
                <a:solidFill>
                  <a:srgbClr val="5B6474"/>
                </a:solidFill>
              </a:rPr>
              <a:t>A practical comparison of two selection algorithms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D222D-7556-4268-9319-19262EF07D2C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10477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9025FB-C3AD-4BD8-AAB6-14CED563FF9A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714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Finding the kth smallest value without sorting the whole array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B27C03-5334-4C55-BD5D-8794362EA258}"/>
              </a:ext>
            </a:extLst>
          </p:cNvPr>
          <p:cNvSpPr>
            <a:spLocks noGrp="1"/>
          </p:cNvSpPr>
          <p:nvPr/>
        </p:nvSpPr>
        <p:spPr>
          <a:xfrm>
            <a:off x="704850" y="5572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4213D"/>
                </a:solidFill>
              </a:defRPr>
            </a:defPPr>
            <a:lvl1pPr algn="l">
              <a:defRPr sz="1350" b="1">
                <a:solidFill>
                  <a:srgbClr val="14213D"/>
                </a:solidFill>
              </a:defRPr>
            </a:lvl1pPr>
            <a:lvl2pPr algn="l">
              <a:defRPr sz="1350" b="1">
                <a:solidFill>
                  <a:srgbClr val="14213D"/>
                </a:solidFill>
              </a:defRPr>
            </a:lvl2pPr>
            <a:lvl3pPr algn="l">
              <a:defRPr sz="1350" b="1">
                <a:solidFill>
                  <a:srgbClr val="14213D"/>
                </a:solidFill>
              </a:defRPr>
            </a:lvl3pPr>
            <a:lvl4pPr algn="l">
              <a:defRPr sz="1350" b="1">
                <a:solidFill>
                  <a:srgbClr val="14213D"/>
                </a:solidFill>
              </a:defRPr>
            </a:lvl4pPr>
            <a:lvl5pPr algn="l">
              <a:defRPr sz="1350" b="1">
                <a:solidFill>
                  <a:srgbClr val="14213D"/>
                </a:solidFill>
              </a:defRPr>
            </a:lvl5pPr>
            <a:lvl6pPr algn="l">
              <a:defRPr sz="1350" b="1">
                <a:solidFill>
                  <a:srgbClr val="14213D"/>
                </a:solidFill>
              </a:defRPr>
            </a:lvl6pPr>
            <a:lvl7pPr algn="l">
              <a:defRPr sz="1350" b="1">
                <a:solidFill>
                  <a:srgbClr val="14213D"/>
                </a:solidFill>
              </a:defRPr>
            </a:lvl7pPr>
            <a:lvl8pPr algn="l">
              <a:defRPr sz="1350" b="1">
                <a:solidFill>
                  <a:srgbClr val="14213D"/>
                </a:solidFill>
              </a:defRPr>
            </a:lvl8pPr>
            <a:lvl9pPr algn="l">
              <a:defRPr sz="1350" b="1">
                <a:solidFill>
                  <a:srgbClr val="14213D"/>
                </a:solidFill>
              </a:defRPr>
            </a:lvl9pPr>
          </a:lstStyle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Jonathan Immanuel   14487692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A2C624-0CAF-4A07-B89C-C815B587433A}"/>
              </a:ext>
            </a:extLst>
          </p:cNvPr>
          <p:cNvSpPr>
            <a:spLocks noGrp="1"/>
          </p:cNvSpPr>
          <p:nvPr/>
        </p:nvSpPr>
        <p:spPr>
          <a:xfrm>
            <a:off x="704850" y="595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4213D"/>
                </a:solidFill>
              </a:defRPr>
            </a:defPPr>
            <a:lvl1pPr algn="l">
              <a:defRPr sz="1350" b="1">
                <a:solidFill>
                  <a:srgbClr val="14213D"/>
                </a:solidFill>
              </a:defRPr>
            </a:lvl1pPr>
            <a:lvl2pPr algn="l">
              <a:defRPr sz="1350" b="1">
                <a:solidFill>
                  <a:srgbClr val="14213D"/>
                </a:solidFill>
              </a:defRPr>
            </a:lvl2pPr>
            <a:lvl3pPr algn="l">
              <a:defRPr sz="1350" b="1">
                <a:solidFill>
                  <a:srgbClr val="14213D"/>
                </a:solidFill>
              </a:defRPr>
            </a:lvl3pPr>
            <a:lvl4pPr algn="l">
              <a:defRPr sz="1350" b="1">
                <a:solidFill>
                  <a:srgbClr val="14213D"/>
                </a:solidFill>
              </a:defRPr>
            </a:lvl4pPr>
            <a:lvl5pPr algn="l">
              <a:defRPr sz="1350" b="1">
                <a:solidFill>
                  <a:srgbClr val="14213D"/>
                </a:solidFill>
              </a:defRPr>
            </a:lvl5pPr>
            <a:lvl6pPr algn="l">
              <a:defRPr sz="1350" b="1">
                <a:solidFill>
                  <a:srgbClr val="14213D"/>
                </a:solidFill>
              </a:defRPr>
            </a:lvl6pPr>
            <a:lvl7pPr algn="l">
              <a:defRPr sz="1350" b="1">
                <a:solidFill>
                  <a:srgbClr val="14213D"/>
                </a:solidFill>
              </a:defRPr>
            </a:lvl7pPr>
            <a:lvl8pPr algn="l">
              <a:defRPr sz="1350" b="1">
                <a:solidFill>
                  <a:srgbClr val="14213D"/>
                </a:solidFill>
              </a:defRPr>
            </a:lvl8pPr>
            <a:lvl9pPr algn="l">
              <a:defRPr sz="1350" b="1">
                <a:solidFill>
                  <a:srgbClr val="14213D"/>
                </a:solidFill>
              </a:defRPr>
            </a:lvl9pPr>
          </a:lstStyle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Colin Ice King-eo   25650223</a:t>
            </a:r>
          </a:p>
        </p:txBody>
      </p:sp>
    </p:spTree>
    <p:extLst>
      <p:ext uri="{BB962C8B-B14F-4D97-AF65-F5344CB8AC3E}">
        <p14:creationId xmlns:p14="http://schemas.microsoft.com/office/powerpoint/2010/main" val="1471341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A51BE76-3695-4DFA-8392-911247C4E94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BEF787-076D-4F10-9C2A-BEDEB37BD3C3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The selection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6634E-5A24-4A2F-B8BB-FE8408EABE5E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Jonathan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CAE01-69E6-4DF8-9439-435A0FBDBF21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A79CA-A065-4CC0-9C2A-F268B2855CCA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5B6474"/>
                </a:solidFill>
              </a:defRPr>
            </a:defPPr>
            <a:lvl1pPr algn="l">
              <a:defRPr sz="1200" b="1">
                <a:solidFill>
                  <a:srgbClr val="5B6474"/>
                </a:solidFill>
              </a:defRPr>
            </a:lvl1pPr>
            <a:lvl2pPr algn="l">
              <a:defRPr sz="1200" b="1">
                <a:solidFill>
                  <a:srgbClr val="5B6474"/>
                </a:solidFill>
              </a:defRPr>
            </a:lvl2pPr>
            <a:lvl3pPr algn="l">
              <a:defRPr sz="1200" b="1">
                <a:solidFill>
                  <a:srgbClr val="5B6474"/>
                </a:solidFill>
              </a:defRPr>
            </a:lvl3pPr>
            <a:lvl4pPr algn="l">
              <a:defRPr sz="1200" b="1">
                <a:solidFill>
                  <a:srgbClr val="5B6474"/>
                </a:solidFill>
              </a:defRPr>
            </a:lvl4pPr>
            <a:lvl5pPr algn="l">
              <a:defRPr sz="1200" b="1">
                <a:solidFill>
                  <a:srgbClr val="5B6474"/>
                </a:solidFill>
              </a:defRPr>
            </a:lvl5pPr>
            <a:lvl6pPr algn="l">
              <a:defRPr sz="1200" b="1">
                <a:solidFill>
                  <a:srgbClr val="5B6474"/>
                </a:solidFill>
              </a:defRPr>
            </a:lvl6pPr>
            <a:lvl7pPr algn="l">
              <a:defRPr sz="1200" b="1">
                <a:solidFill>
                  <a:srgbClr val="5B6474"/>
                </a:solidFill>
              </a:defRPr>
            </a:lvl7pPr>
            <a:lvl8pPr algn="l">
              <a:defRPr sz="1200" b="1">
                <a:solidFill>
                  <a:srgbClr val="5B6474"/>
                </a:solidFill>
              </a:defRPr>
            </a:lvl8pPr>
            <a:lvl9pPr algn="l">
              <a:defRPr sz="1200" b="1">
                <a:solidFill>
                  <a:srgbClr val="5B6474"/>
                </a:solidFill>
              </a:defRPr>
            </a:lvl9pPr>
          </a:lstStyle>
          <a:p>
            <a:pPr algn="l">
              <a:defRPr sz="1200" b="1">
                <a:solidFill>
                  <a:srgbClr val="5B6474"/>
                </a:solidFill>
              </a:defRPr>
            </a:pPr>
            <a:r>
              <a:rPr sz="1200" b="1">
                <a:solidFill>
                  <a:srgbClr val="5B6474"/>
                </a:solidFill>
              </a:rPr>
              <a:t>Input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3C7616-B956-4A78-958E-C6EBD0F41E0A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87DCF4-5881-4321-98CE-BD75DEE17DA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A668CA-91B9-4D50-93E7-C2061DF1C921}"/>
              </a:ext>
            </a:extLst>
          </p:cNvPr>
          <p:cNvSpPr>
            <a:spLocks noGrp="1"/>
          </p:cNvSpPr>
          <p:nvPr/>
        </p:nvSpPr>
        <p:spPr>
          <a:xfrm>
            <a:off x="148590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F9F6A-9481-4DC5-BE45-7EA2A664B2D6}"/>
              </a:ext>
            </a:extLst>
          </p:cNvPr>
          <p:cNvSpPr>
            <a:spLocks noGrp="1"/>
          </p:cNvSpPr>
          <p:nvPr/>
        </p:nvSpPr>
        <p:spPr>
          <a:xfrm>
            <a:off x="148590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9B8B12-A738-4F5E-9834-11996241231E}"/>
              </a:ext>
            </a:extLst>
          </p:cNvPr>
          <p:cNvSpPr>
            <a:spLocks noGrp="1"/>
          </p:cNvSpPr>
          <p:nvPr/>
        </p:nvSpPr>
        <p:spPr>
          <a:xfrm>
            <a:off x="230505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E073E6-CF2F-477B-A4E6-A5F15C6205B7}"/>
              </a:ext>
            </a:extLst>
          </p:cNvPr>
          <p:cNvSpPr>
            <a:spLocks noGrp="1"/>
          </p:cNvSpPr>
          <p:nvPr/>
        </p:nvSpPr>
        <p:spPr>
          <a:xfrm>
            <a:off x="230505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8B37D09-B16C-49F3-B594-D33730614D97}"/>
              </a:ext>
            </a:extLst>
          </p:cNvPr>
          <p:cNvSpPr>
            <a:spLocks noGrp="1"/>
          </p:cNvSpPr>
          <p:nvPr/>
        </p:nvSpPr>
        <p:spPr>
          <a:xfrm>
            <a:off x="312420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7DC9E7-74F1-4FAC-9394-4F81425A5A26}"/>
              </a:ext>
            </a:extLst>
          </p:cNvPr>
          <p:cNvSpPr>
            <a:spLocks noGrp="1"/>
          </p:cNvSpPr>
          <p:nvPr/>
        </p:nvSpPr>
        <p:spPr>
          <a:xfrm>
            <a:off x="312420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BA110-983E-4408-8A22-4E5D38729CFB}"/>
              </a:ext>
            </a:extLst>
          </p:cNvPr>
          <p:cNvSpPr>
            <a:spLocks noGrp="1"/>
          </p:cNvSpPr>
          <p:nvPr/>
        </p:nvSpPr>
        <p:spPr>
          <a:xfrm>
            <a:off x="394335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50E6-185E-425E-B02D-FDB5B1A228C8}"/>
              </a:ext>
            </a:extLst>
          </p:cNvPr>
          <p:cNvSpPr>
            <a:spLocks noGrp="1"/>
          </p:cNvSpPr>
          <p:nvPr/>
        </p:nvSpPr>
        <p:spPr>
          <a:xfrm>
            <a:off x="394335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CE3D4C-5B49-4069-8943-F92C50F750D7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8C5A00-A6DB-4CF9-9FB9-EB4FD1E7883D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D61A67-88AE-435A-8907-29D7A66567D7}"/>
              </a:ext>
            </a:extLst>
          </p:cNvPr>
          <p:cNvSpPr>
            <a:spLocks noGrp="1"/>
          </p:cNvSpPr>
          <p:nvPr/>
        </p:nvSpPr>
        <p:spPr>
          <a:xfrm>
            <a:off x="5581650" y="19526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7BA5AB-90ED-4204-B904-3C3B7AFD1270}"/>
              </a:ext>
            </a:extLst>
          </p:cNvPr>
          <p:cNvSpPr>
            <a:spLocks noGrp="1"/>
          </p:cNvSpPr>
          <p:nvPr/>
        </p:nvSpPr>
        <p:spPr>
          <a:xfrm>
            <a:off x="5581650" y="19526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6FF412-E0EE-4174-A75F-EFB7C30326D8}"/>
              </a:ext>
            </a:extLst>
          </p:cNvPr>
          <p:cNvSpPr>
            <a:spLocks noGrp="1"/>
          </p:cNvSpPr>
          <p:nvPr/>
        </p:nvSpPr>
        <p:spPr>
          <a:xfrm>
            <a:off x="6858000" y="2057400"/>
            <a:ext cx="95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F59E0B"/>
                </a:solidFill>
              </a:defRPr>
            </a:defPPr>
            <a:lvl1pPr algn="ctr">
              <a:defRPr sz="1650" b="1">
                <a:solidFill>
                  <a:srgbClr val="F59E0B"/>
                </a:solidFill>
              </a:defRPr>
            </a:lvl1pPr>
            <a:lvl2pPr algn="ctr">
              <a:defRPr sz="1650" b="1">
                <a:solidFill>
                  <a:srgbClr val="F59E0B"/>
                </a:solidFill>
              </a:defRPr>
            </a:lvl2pPr>
            <a:lvl3pPr algn="ctr">
              <a:defRPr sz="1650" b="1">
                <a:solidFill>
                  <a:srgbClr val="F59E0B"/>
                </a:solidFill>
              </a:defRPr>
            </a:lvl3pPr>
            <a:lvl4pPr algn="ctr">
              <a:defRPr sz="1650" b="1">
                <a:solidFill>
                  <a:srgbClr val="F59E0B"/>
                </a:solidFill>
              </a:defRPr>
            </a:lvl4pPr>
            <a:lvl5pPr algn="ctr">
              <a:defRPr sz="1650" b="1">
                <a:solidFill>
                  <a:srgbClr val="F59E0B"/>
                </a:solidFill>
              </a:defRPr>
            </a:lvl5pPr>
            <a:lvl6pPr algn="ctr">
              <a:defRPr sz="1650" b="1">
                <a:solidFill>
                  <a:srgbClr val="F59E0B"/>
                </a:solidFill>
              </a:defRPr>
            </a:lvl6pPr>
            <a:lvl7pPr algn="ctr">
              <a:defRPr sz="1650" b="1">
                <a:solidFill>
                  <a:srgbClr val="F59E0B"/>
                </a:solidFill>
              </a:defRPr>
            </a:lvl7pPr>
            <a:lvl8pPr algn="ctr">
              <a:defRPr sz="1650" b="1">
                <a:solidFill>
                  <a:srgbClr val="F59E0B"/>
                </a:solidFill>
              </a:defRPr>
            </a:lvl8pPr>
            <a:lvl9pPr algn="ctr">
              <a:defRPr sz="1650" b="1">
                <a:solidFill>
                  <a:srgbClr val="F59E0B"/>
                </a:solidFill>
              </a:defRPr>
            </a:lvl9pPr>
          </a:lstStyle>
          <a:p>
            <a:pPr algn="ctr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k =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4E61A9-B29C-435B-85C0-40B98DD8C701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172033"/>
                </a:solidFill>
              </a:defRPr>
            </a:defPPr>
            <a:lvl1pPr algn="l">
              <a:defRPr sz="1725" b="0">
                <a:solidFill>
                  <a:srgbClr val="172033"/>
                </a:solidFill>
              </a:defRPr>
            </a:lvl1pPr>
            <a:lvl2pPr algn="l">
              <a:defRPr sz="1725" b="0">
                <a:solidFill>
                  <a:srgbClr val="172033"/>
                </a:solidFill>
              </a:defRPr>
            </a:lvl2pPr>
            <a:lvl3pPr algn="l">
              <a:defRPr sz="1725" b="0">
                <a:solidFill>
                  <a:srgbClr val="172033"/>
                </a:solidFill>
              </a:defRPr>
            </a:lvl3pPr>
            <a:lvl4pPr algn="l">
              <a:defRPr sz="1725" b="0">
                <a:solidFill>
                  <a:srgbClr val="172033"/>
                </a:solidFill>
              </a:defRPr>
            </a:lvl4pPr>
            <a:lvl5pPr algn="l">
              <a:defRPr sz="1725" b="0">
                <a:solidFill>
                  <a:srgbClr val="172033"/>
                </a:solidFill>
              </a:defRPr>
            </a:lvl5pPr>
            <a:lvl6pPr algn="l">
              <a:defRPr sz="1725" b="0">
                <a:solidFill>
                  <a:srgbClr val="172033"/>
                </a:solidFill>
              </a:defRPr>
            </a:lvl6pPr>
            <a:lvl7pPr algn="l">
              <a:defRPr sz="1725" b="0">
                <a:solidFill>
                  <a:srgbClr val="172033"/>
                </a:solidFill>
              </a:defRPr>
            </a:lvl7pPr>
            <a:lvl8pPr algn="l">
              <a:defRPr sz="1725" b="0">
                <a:solidFill>
                  <a:srgbClr val="172033"/>
                </a:solidFill>
              </a:defRPr>
            </a:lvl8pPr>
            <a:lvl9pPr algn="l">
              <a:defRPr sz="1725" b="0">
                <a:solidFill>
                  <a:srgbClr val="172033"/>
                </a:solidFill>
              </a:defRPr>
            </a:lvl9pPr>
          </a:lstStyle>
          <a:p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Find the value that would appear at index 3 after sorting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BB07C-3D77-4F76-A152-DB264AEF2ECB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5B6474"/>
                </a:solidFill>
              </a:defRPr>
            </a:defPPr>
            <a:lvl1pPr algn="l">
              <a:defRPr sz="1200" b="1">
                <a:solidFill>
                  <a:srgbClr val="5B6474"/>
                </a:solidFill>
              </a:defRPr>
            </a:lvl1pPr>
            <a:lvl2pPr algn="l">
              <a:defRPr sz="1200" b="1">
                <a:solidFill>
                  <a:srgbClr val="5B6474"/>
                </a:solidFill>
              </a:defRPr>
            </a:lvl2pPr>
            <a:lvl3pPr algn="l">
              <a:defRPr sz="1200" b="1">
                <a:solidFill>
                  <a:srgbClr val="5B6474"/>
                </a:solidFill>
              </a:defRPr>
            </a:lvl3pPr>
            <a:lvl4pPr algn="l">
              <a:defRPr sz="1200" b="1">
                <a:solidFill>
                  <a:srgbClr val="5B6474"/>
                </a:solidFill>
              </a:defRPr>
            </a:lvl4pPr>
            <a:lvl5pPr algn="l">
              <a:defRPr sz="1200" b="1">
                <a:solidFill>
                  <a:srgbClr val="5B6474"/>
                </a:solidFill>
              </a:defRPr>
            </a:lvl5pPr>
            <a:lvl6pPr algn="l">
              <a:defRPr sz="1200" b="1">
                <a:solidFill>
                  <a:srgbClr val="5B6474"/>
                </a:solidFill>
              </a:defRPr>
            </a:lvl6pPr>
            <a:lvl7pPr algn="l">
              <a:defRPr sz="1200" b="1">
                <a:solidFill>
                  <a:srgbClr val="5B6474"/>
                </a:solidFill>
              </a:defRPr>
            </a:lvl7pPr>
            <a:lvl8pPr algn="l">
              <a:defRPr sz="1200" b="1">
                <a:solidFill>
                  <a:srgbClr val="5B6474"/>
                </a:solidFill>
              </a:defRPr>
            </a:lvl8pPr>
            <a:lvl9pPr algn="l">
              <a:defRPr sz="1200" b="1">
                <a:solidFill>
                  <a:srgbClr val="5B6474"/>
                </a:solidFill>
              </a:defRPr>
            </a:lvl9pPr>
          </a:lstStyle>
          <a:p>
            <a:pPr algn="l">
              <a:defRPr sz="1200" b="1">
                <a:solidFill>
                  <a:srgbClr val="5B6474"/>
                </a:solidFill>
              </a:defRPr>
            </a:pPr>
            <a:r>
              <a:rPr sz="1200" b="1">
                <a:solidFill>
                  <a:srgbClr val="5B6474"/>
                </a:solidFill>
              </a:rPr>
              <a:t>Sorted only for explanation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175AF3-8B1E-4FC2-B576-C2FAAD4DFC35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AA7377-277F-4A9F-824A-44E0D8FA812A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1287E7-9EA2-48BC-B75F-30DE82975FBF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FFF034-7F3D-4927-BB9A-461EA44B1221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F2DCC2-4BE2-4E2C-85DE-5200B3763724}"/>
              </a:ext>
            </a:extLst>
          </p:cNvPr>
          <p:cNvSpPr>
            <a:spLocks noGrp="1"/>
          </p:cNvSpPr>
          <p:nvPr/>
        </p:nvSpPr>
        <p:spPr>
          <a:xfrm>
            <a:off x="230505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13BA06-E878-44D3-A7F5-18F0FD03B433}"/>
              </a:ext>
            </a:extLst>
          </p:cNvPr>
          <p:cNvSpPr>
            <a:spLocks noGrp="1"/>
          </p:cNvSpPr>
          <p:nvPr/>
        </p:nvSpPr>
        <p:spPr>
          <a:xfrm>
            <a:off x="230505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5A84AE-4AD3-4165-AF35-8E0BEBC160B0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DE20B7-1D10-4D98-9913-40F21922AE98}"/>
              </a:ext>
            </a:extLst>
          </p:cNvPr>
          <p:cNvSpPr>
            <a:spLocks noGrp="1"/>
          </p:cNvSpPr>
          <p:nvPr/>
        </p:nvSpPr>
        <p:spPr>
          <a:xfrm>
            <a:off x="312420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123174-E187-455E-AC5A-3A696572B5F1}"/>
              </a:ext>
            </a:extLst>
          </p:cNvPr>
          <p:cNvSpPr>
            <a:spLocks noGrp="1"/>
          </p:cNvSpPr>
          <p:nvPr/>
        </p:nvSpPr>
        <p:spPr>
          <a:xfrm>
            <a:off x="394335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D880FE-ED3D-493B-B1BC-20C68DD2B5C7}"/>
              </a:ext>
            </a:extLst>
          </p:cNvPr>
          <p:cNvSpPr>
            <a:spLocks noGrp="1"/>
          </p:cNvSpPr>
          <p:nvPr/>
        </p:nvSpPr>
        <p:spPr>
          <a:xfrm>
            <a:off x="394335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AD64A-F3AA-40A0-AB1D-7A95F39936DD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3055CD-6527-4AF0-BCE7-9F97E0D10309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386A631-41FC-4EE7-A366-CDFB25AD86F3}"/>
              </a:ext>
            </a:extLst>
          </p:cNvPr>
          <p:cNvSpPr>
            <a:spLocks noGrp="1"/>
          </p:cNvSpPr>
          <p:nvPr/>
        </p:nvSpPr>
        <p:spPr>
          <a:xfrm>
            <a:off x="5581650" y="40957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E87308-7E62-4968-97CE-6FC134EEF6E8}"/>
              </a:ext>
            </a:extLst>
          </p:cNvPr>
          <p:cNvSpPr>
            <a:spLocks noGrp="1"/>
          </p:cNvSpPr>
          <p:nvPr/>
        </p:nvSpPr>
        <p:spPr>
          <a:xfrm>
            <a:off x="5581650" y="4095750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B3A0FF6-D24D-4E15-81C8-3C46CF6440E1}"/>
              </a:ext>
            </a:extLst>
          </p:cNvPr>
          <p:cNvSpPr>
            <a:spLocks noGrp="1"/>
          </p:cNvSpPr>
          <p:nvPr/>
        </p:nvSpPr>
        <p:spPr>
          <a:xfrm>
            <a:off x="7096125" y="3714750"/>
            <a:ext cx="3905250" cy="142875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3CE343-64AC-44E3-A4F2-BA3851F87E6B}"/>
              </a:ext>
            </a:extLst>
          </p:cNvPr>
          <p:cNvSpPr>
            <a:spLocks noGrp="1"/>
          </p:cNvSpPr>
          <p:nvPr/>
        </p:nvSpPr>
        <p:spPr>
          <a:xfrm>
            <a:off x="7429500" y="39814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250" b="1">
                <a:solidFill>
                  <a:srgbClr val="2563EB"/>
                </a:solidFill>
              </a:defRPr>
            </a:defPPr>
            <a:lvl1pPr algn="ctr">
              <a:defRPr sz="2250" b="1">
                <a:solidFill>
                  <a:srgbClr val="2563EB"/>
                </a:solidFill>
              </a:defRPr>
            </a:lvl1pPr>
            <a:lvl2pPr algn="ctr">
              <a:defRPr sz="2250" b="1">
                <a:solidFill>
                  <a:srgbClr val="2563EB"/>
                </a:solidFill>
              </a:defRPr>
            </a:lvl2pPr>
            <a:lvl3pPr algn="ctr">
              <a:defRPr sz="2250" b="1">
                <a:solidFill>
                  <a:srgbClr val="2563EB"/>
                </a:solidFill>
              </a:defRPr>
            </a:lvl3pPr>
            <a:lvl4pPr algn="ctr">
              <a:defRPr sz="2250" b="1">
                <a:solidFill>
                  <a:srgbClr val="2563EB"/>
                </a:solidFill>
              </a:defRPr>
            </a:lvl4pPr>
            <a:lvl5pPr algn="ctr">
              <a:defRPr sz="2250" b="1">
                <a:solidFill>
                  <a:srgbClr val="2563EB"/>
                </a:solidFill>
              </a:defRPr>
            </a:lvl5pPr>
            <a:lvl6pPr algn="ctr">
              <a:defRPr sz="2250" b="1">
                <a:solidFill>
                  <a:srgbClr val="2563EB"/>
                </a:solidFill>
              </a:defRPr>
            </a:lvl6pPr>
            <a:lvl7pPr algn="ctr">
              <a:defRPr sz="2250" b="1">
                <a:solidFill>
                  <a:srgbClr val="2563EB"/>
                </a:solidFill>
              </a:defRPr>
            </a:lvl7pPr>
            <a:lvl8pPr algn="ctr">
              <a:defRPr sz="2250" b="1">
                <a:solidFill>
                  <a:srgbClr val="2563EB"/>
                </a:solidFill>
              </a:defRPr>
            </a:lvl8pPr>
            <a:lvl9pPr algn="ctr">
              <a:defRPr sz="2250" b="1">
                <a:solidFill>
                  <a:srgbClr val="2563EB"/>
                </a:solidFill>
              </a:defRPr>
            </a:lvl9pPr>
          </a:lstStyle>
          <a:p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Answer: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9AC550-A4EE-416C-8E04-0A58D8544B75}"/>
              </a:ext>
            </a:extLst>
          </p:cNvPr>
          <p:cNvSpPr>
            <a:spLocks noGrp="1"/>
          </p:cNvSpPr>
          <p:nvPr/>
        </p:nvSpPr>
        <p:spPr>
          <a:xfrm>
            <a:off x="7429500" y="44767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5B6474"/>
                </a:solidFill>
              </a:defRPr>
            </a:defPPr>
            <a:lvl1pPr algn="ctr">
              <a:defRPr sz="1275" b="0">
                <a:solidFill>
                  <a:srgbClr val="5B6474"/>
                </a:solidFill>
              </a:defRPr>
            </a:lvl1pPr>
            <a:lvl2pPr algn="ctr">
              <a:defRPr sz="1275" b="0">
                <a:solidFill>
                  <a:srgbClr val="5B6474"/>
                </a:solidFill>
              </a:defRPr>
            </a:lvl2pPr>
            <a:lvl3pPr algn="ctr">
              <a:defRPr sz="1275" b="0">
                <a:solidFill>
                  <a:srgbClr val="5B6474"/>
                </a:solidFill>
              </a:defRPr>
            </a:lvl3pPr>
            <a:lvl4pPr algn="ctr">
              <a:defRPr sz="1275" b="0">
                <a:solidFill>
                  <a:srgbClr val="5B6474"/>
                </a:solidFill>
              </a:defRPr>
            </a:lvl4pPr>
            <a:lvl5pPr algn="ctr">
              <a:defRPr sz="1275" b="0">
                <a:solidFill>
                  <a:srgbClr val="5B6474"/>
                </a:solidFill>
              </a:defRPr>
            </a:lvl5pPr>
            <a:lvl6pPr algn="ctr">
              <a:defRPr sz="1275" b="0">
                <a:solidFill>
                  <a:srgbClr val="5B6474"/>
                </a:solidFill>
              </a:defRPr>
            </a:lvl6pPr>
            <a:lvl7pPr algn="ctr">
              <a:defRPr sz="1275" b="0">
                <a:solidFill>
                  <a:srgbClr val="5B6474"/>
                </a:solidFill>
              </a:defRPr>
            </a:lvl7pPr>
            <a:lvl8pPr algn="ctr">
              <a:defRPr sz="1275" b="0">
                <a:solidFill>
                  <a:srgbClr val="5B6474"/>
                </a:solidFill>
              </a:defRPr>
            </a:lvl8pPr>
            <a:lvl9pPr algn="ctr">
              <a:defRPr sz="1275" b="0">
                <a:solidFill>
                  <a:srgbClr val="5B6474"/>
                </a:solidFill>
              </a:defRPr>
            </a:lvl9pPr>
          </a:lstStyle>
          <a:p>
            <a:pPr algn="ctr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Both algorithms rearrange the vector in place and return the selected value.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4D9ED4-F0F6-4BAA-ACC0-58168DBDDFED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4213D"/>
                </a:solidFill>
              </a:defRPr>
            </a:defPPr>
            <a:lvl1pPr algn="l">
              <a:defRPr sz="1500" b="1">
                <a:solidFill>
                  <a:srgbClr val="14213D"/>
                </a:solidFill>
              </a:defRPr>
            </a:lvl1pPr>
            <a:lvl2pPr algn="l">
              <a:defRPr sz="1500" b="1">
                <a:solidFill>
                  <a:srgbClr val="14213D"/>
                </a:solidFill>
              </a:defRPr>
            </a:lvl2pPr>
            <a:lvl3pPr algn="l">
              <a:defRPr sz="1500" b="1">
                <a:solidFill>
                  <a:srgbClr val="14213D"/>
                </a:solidFill>
              </a:defRPr>
            </a:lvl3pPr>
            <a:lvl4pPr algn="l">
              <a:defRPr sz="1500" b="1">
                <a:solidFill>
                  <a:srgbClr val="14213D"/>
                </a:solidFill>
              </a:defRPr>
            </a:lvl4pPr>
            <a:lvl5pPr algn="l">
              <a:defRPr sz="1500" b="1">
                <a:solidFill>
                  <a:srgbClr val="14213D"/>
                </a:solidFill>
              </a:defRPr>
            </a:lvl5pPr>
            <a:lvl6pPr algn="l">
              <a:defRPr sz="1500" b="1">
                <a:solidFill>
                  <a:srgbClr val="14213D"/>
                </a:solidFill>
              </a:defRPr>
            </a:lvl6pPr>
            <a:lvl7pPr algn="l">
              <a:defRPr sz="1500" b="1">
                <a:solidFill>
                  <a:srgbClr val="14213D"/>
                </a:solidFill>
              </a:defRPr>
            </a:lvl7pPr>
            <a:lvl8pPr algn="l">
              <a:defRPr sz="1500" b="1">
                <a:solidFill>
                  <a:srgbClr val="14213D"/>
                </a:solidFill>
              </a:defRPr>
            </a:lvl8pPr>
            <a:lvl9pPr algn="l">
              <a:defRPr sz="1500" b="1">
                <a:solidFill>
                  <a:srgbClr val="14213D"/>
                </a:solidFill>
              </a:defRPr>
            </a:lvl9pPr>
          </a:lstStyle>
          <a:p>
            <a:pPr algn="l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Contract: 0 ≤ k &lt; n. Invalid input throws std::out_of_range.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5ECA1-A7C6-4549-8E02-D1D2F7FCF36A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740F4A-DBE3-4575-B451-CF759F97A35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724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310565-2C98-4BBB-B35A-C4617D18B5C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SHARED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F93772-C33D-4723-B0ED-51591A66F83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Shared three-way partition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58DA2-3516-4863-BD03-B08E5C017E51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Jonathan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C3F43-3493-4215-BC34-F8A42EE5C79C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C1691E-BF0A-4360-84C6-DB151387F2E8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0">
                <a:solidFill>
                  <a:srgbClr val="5B6474"/>
                </a:solidFill>
              </a:defRPr>
            </a:defPPr>
            <a:lvl1pPr algn="l">
              <a:defRPr sz="1725" b="0">
                <a:solidFill>
                  <a:srgbClr val="5B6474"/>
                </a:solidFill>
              </a:defRPr>
            </a:lvl1pPr>
            <a:lvl2pPr algn="l">
              <a:defRPr sz="1725" b="0">
                <a:solidFill>
                  <a:srgbClr val="5B6474"/>
                </a:solidFill>
              </a:defRPr>
            </a:lvl2pPr>
            <a:lvl3pPr algn="l">
              <a:defRPr sz="1725" b="0">
                <a:solidFill>
                  <a:srgbClr val="5B6474"/>
                </a:solidFill>
              </a:defRPr>
            </a:lvl3pPr>
            <a:lvl4pPr algn="l">
              <a:defRPr sz="1725" b="0">
                <a:solidFill>
                  <a:srgbClr val="5B6474"/>
                </a:solidFill>
              </a:defRPr>
            </a:lvl4pPr>
            <a:lvl5pPr algn="l">
              <a:defRPr sz="1725" b="0">
                <a:solidFill>
                  <a:srgbClr val="5B6474"/>
                </a:solidFill>
              </a:defRPr>
            </a:lvl5pPr>
            <a:lvl6pPr algn="l">
              <a:defRPr sz="1725" b="0">
                <a:solidFill>
                  <a:srgbClr val="5B6474"/>
                </a:solidFill>
              </a:defRPr>
            </a:lvl6pPr>
            <a:lvl7pPr algn="l">
              <a:defRPr sz="1725" b="0">
                <a:solidFill>
                  <a:srgbClr val="5B6474"/>
                </a:solidFill>
              </a:defRPr>
            </a:lvl7pPr>
            <a:lvl8pPr algn="l">
              <a:defRPr sz="1725" b="0">
                <a:solidFill>
                  <a:srgbClr val="5B6474"/>
                </a:solidFill>
              </a:defRPr>
            </a:lvl8pPr>
            <a:lvl9pPr algn="l">
              <a:defRPr sz="1725" b="0">
                <a:solidFill>
                  <a:srgbClr val="5B6474"/>
                </a:solidFill>
              </a:defRPr>
            </a:lvl9pPr>
          </a:lstStyle>
          <a:p>
            <a:pPr algn="l">
              <a:defRPr sz="1725" b="0">
                <a:solidFill>
                  <a:srgbClr val="5B6474"/>
                </a:solidFill>
              </a:defRPr>
            </a:pPr>
            <a:r>
              <a:rPr sz="1725" b="0">
                <a:solidFill>
                  <a:srgbClr val="5B6474"/>
                </a:solidFill>
              </a:rPr>
              <a:t>One pass groups values around the chosen pivot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AC009-3D2B-44A5-8234-353D55655719}"/>
              </a:ext>
            </a:extLst>
          </p:cNvPr>
          <p:cNvSpPr>
            <a:spLocks noGrp="1"/>
          </p:cNvSpPr>
          <p:nvPr/>
        </p:nvSpPr>
        <p:spPr>
          <a:xfrm>
            <a:off x="8858250" y="15049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59E0B"/>
                </a:solidFill>
              </a:defRPr>
            </a:defPPr>
            <a:lvl1pPr algn="ctr">
              <a:defRPr sz="1725" b="1">
                <a:solidFill>
                  <a:srgbClr val="F59E0B"/>
                </a:solidFill>
              </a:defRPr>
            </a:lvl1pPr>
            <a:lvl2pPr algn="ctr">
              <a:defRPr sz="1725" b="1">
                <a:solidFill>
                  <a:srgbClr val="F59E0B"/>
                </a:solidFill>
              </a:defRPr>
            </a:lvl2pPr>
            <a:lvl3pPr algn="ctr">
              <a:defRPr sz="1725" b="1">
                <a:solidFill>
                  <a:srgbClr val="F59E0B"/>
                </a:solidFill>
              </a:defRPr>
            </a:lvl3pPr>
            <a:lvl4pPr algn="ctr">
              <a:defRPr sz="1725" b="1">
                <a:solidFill>
                  <a:srgbClr val="F59E0B"/>
                </a:solidFill>
              </a:defRPr>
            </a:lvl4pPr>
            <a:lvl5pPr algn="ctr">
              <a:defRPr sz="1725" b="1">
                <a:solidFill>
                  <a:srgbClr val="F59E0B"/>
                </a:solidFill>
              </a:defRPr>
            </a:lvl5pPr>
            <a:lvl6pPr algn="ctr">
              <a:defRPr sz="1725" b="1">
                <a:solidFill>
                  <a:srgbClr val="F59E0B"/>
                </a:solidFill>
              </a:defRPr>
            </a:lvl6pPr>
            <a:lvl7pPr algn="ctr">
              <a:defRPr sz="1725" b="1">
                <a:solidFill>
                  <a:srgbClr val="F59E0B"/>
                </a:solidFill>
              </a:defRPr>
            </a:lvl7pPr>
            <a:lvl8pPr algn="ctr">
              <a:defRPr sz="1725" b="1">
                <a:solidFill>
                  <a:srgbClr val="F59E0B"/>
                </a:solidFill>
              </a:defRPr>
            </a:lvl8pPr>
            <a:lvl9pPr algn="ctr">
              <a:defRPr sz="1725" b="1">
                <a:solidFill>
                  <a:srgbClr val="F59E0B"/>
                </a:solidFill>
              </a:defRPr>
            </a:lvl9pPr>
          </a:lstStyle>
          <a:p>
            <a:pPr algn="ctr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pivot = 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E48DB0-A05A-42EC-B715-80FA2BC15898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8CE852-E136-4C9F-8DEE-0A5EE6B27E67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CEC716-8B4F-4402-95CD-4C123E6185F2}"/>
              </a:ext>
            </a:extLst>
          </p:cNvPr>
          <p:cNvSpPr>
            <a:spLocks noGrp="1"/>
          </p:cNvSpPr>
          <p:nvPr/>
        </p:nvSpPr>
        <p:spPr>
          <a:xfrm>
            <a:off x="148590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0E146-1219-446B-A57F-7A3ADBAB3E2F}"/>
              </a:ext>
            </a:extLst>
          </p:cNvPr>
          <p:cNvSpPr>
            <a:spLocks noGrp="1"/>
          </p:cNvSpPr>
          <p:nvPr/>
        </p:nvSpPr>
        <p:spPr>
          <a:xfrm>
            <a:off x="148590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185AE9-74F7-4C01-B9C8-111B40539D3D}"/>
              </a:ext>
            </a:extLst>
          </p:cNvPr>
          <p:cNvSpPr>
            <a:spLocks noGrp="1"/>
          </p:cNvSpPr>
          <p:nvPr/>
        </p:nvSpPr>
        <p:spPr>
          <a:xfrm>
            <a:off x="230505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0E5157-F87C-459D-92BD-3A3D1A697D0E}"/>
              </a:ext>
            </a:extLst>
          </p:cNvPr>
          <p:cNvSpPr>
            <a:spLocks noGrp="1"/>
          </p:cNvSpPr>
          <p:nvPr/>
        </p:nvSpPr>
        <p:spPr>
          <a:xfrm>
            <a:off x="230505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185C53-0DC2-49DC-91DE-F21E98E1B75D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4E4B08-7CF3-43A8-8F42-8B819FF85F14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97E018-1335-4BBE-9C4C-39E28FB6616F}"/>
              </a:ext>
            </a:extLst>
          </p:cNvPr>
          <p:cNvSpPr>
            <a:spLocks noGrp="1"/>
          </p:cNvSpPr>
          <p:nvPr/>
        </p:nvSpPr>
        <p:spPr>
          <a:xfrm>
            <a:off x="394335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5C19D0-B0D1-4AB9-9B15-B5ECB6190586}"/>
              </a:ext>
            </a:extLst>
          </p:cNvPr>
          <p:cNvSpPr>
            <a:spLocks noGrp="1"/>
          </p:cNvSpPr>
          <p:nvPr/>
        </p:nvSpPr>
        <p:spPr>
          <a:xfrm>
            <a:off x="394335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6E878A-AD1E-4918-8F8F-B4662EAF5A47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B11D2-E100-49F8-A05C-0FC5002F2244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30ECA33-8BF0-4D3C-B41E-D87288D0BEC3}"/>
              </a:ext>
            </a:extLst>
          </p:cNvPr>
          <p:cNvSpPr>
            <a:spLocks noGrp="1"/>
          </p:cNvSpPr>
          <p:nvPr/>
        </p:nvSpPr>
        <p:spPr>
          <a:xfrm>
            <a:off x="5581650" y="21431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2B2E3-5E6D-40A9-B53F-6677595E6DB4}"/>
              </a:ext>
            </a:extLst>
          </p:cNvPr>
          <p:cNvSpPr>
            <a:spLocks noGrp="1"/>
          </p:cNvSpPr>
          <p:nvPr/>
        </p:nvSpPr>
        <p:spPr>
          <a:xfrm>
            <a:off x="5581650" y="2143125"/>
            <a:ext cx="76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C98D7F-428F-4AD8-9C51-A3A4F162795B}"/>
              </a:ext>
            </a:extLst>
          </p:cNvPr>
          <p:cNvSpPr>
            <a:spLocks noGrp="1"/>
          </p:cNvSpPr>
          <p:nvPr/>
        </p:nvSpPr>
        <p:spPr>
          <a:xfrm>
            <a:off x="5372100" y="3000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2563EB"/>
                </a:solidFill>
              </a:defRPr>
            </a:defPPr>
            <a:lvl1pPr algn="ctr">
              <a:defRPr sz="1350" b="1">
                <a:solidFill>
                  <a:srgbClr val="2563EB"/>
                </a:solidFill>
              </a:defRPr>
            </a:lvl1pPr>
            <a:lvl2pPr algn="ctr">
              <a:defRPr sz="1350" b="1">
                <a:solidFill>
                  <a:srgbClr val="2563EB"/>
                </a:solidFill>
              </a:defRPr>
            </a:lvl2pPr>
            <a:lvl3pPr algn="ctr">
              <a:defRPr sz="1350" b="1">
                <a:solidFill>
                  <a:srgbClr val="2563EB"/>
                </a:solidFill>
              </a:defRPr>
            </a:lvl3pPr>
            <a:lvl4pPr algn="ctr">
              <a:defRPr sz="1350" b="1">
                <a:solidFill>
                  <a:srgbClr val="2563EB"/>
                </a:solidFill>
              </a:defRPr>
            </a:lvl4pPr>
            <a:lvl5pPr algn="ctr">
              <a:defRPr sz="1350" b="1">
                <a:solidFill>
                  <a:srgbClr val="2563EB"/>
                </a:solidFill>
              </a:defRPr>
            </a:lvl5pPr>
            <a:lvl6pPr algn="ctr">
              <a:defRPr sz="1350" b="1">
                <a:solidFill>
                  <a:srgbClr val="2563EB"/>
                </a:solidFill>
              </a:defRPr>
            </a:lvl6pPr>
            <a:lvl7pPr algn="ctr">
              <a:defRPr sz="1350" b="1">
                <a:solidFill>
                  <a:srgbClr val="2563EB"/>
                </a:solidFill>
              </a:defRPr>
            </a:lvl7pPr>
            <a:lvl8pPr algn="ctr">
              <a:defRPr sz="1350" b="1">
                <a:solidFill>
                  <a:srgbClr val="2563EB"/>
                </a:solidFill>
              </a:defRPr>
            </a:lvl8pPr>
            <a:lvl9pPr algn="ctr">
              <a:defRPr sz="1350" b="1">
                <a:solidFill>
                  <a:srgbClr val="2563EB"/>
                </a:solidFill>
              </a:defRPr>
            </a:lvl9pPr>
          </a:lstStyle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partition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C52F8EB-236D-46B5-AC08-9E4198963FF6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3000375" cy="1285875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601C4F-7D2D-4DCE-AA18-142A0D21E039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Smaller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2046A-E1B6-4FA8-AB42-1F813E5DBE72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172033"/>
                </a:solidFill>
              </a:defRPr>
            </a:defPPr>
            <a:lvl1pPr algn="ctr">
              <a:defRPr sz="2100" b="1">
                <a:solidFill>
                  <a:srgbClr val="172033"/>
                </a:solidFill>
              </a:defRPr>
            </a:lvl1pPr>
            <a:lvl2pPr algn="ctr">
              <a:defRPr sz="2100" b="1">
                <a:solidFill>
                  <a:srgbClr val="172033"/>
                </a:solidFill>
              </a:defRPr>
            </a:lvl2pPr>
            <a:lvl3pPr algn="ctr">
              <a:defRPr sz="2100" b="1">
                <a:solidFill>
                  <a:srgbClr val="172033"/>
                </a:solidFill>
              </a:defRPr>
            </a:lvl3pPr>
            <a:lvl4pPr algn="ctr">
              <a:defRPr sz="2100" b="1">
                <a:solidFill>
                  <a:srgbClr val="172033"/>
                </a:solidFill>
              </a:defRPr>
            </a:lvl4pPr>
            <a:lvl5pPr algn="ctr">
              <a:defRPr sz="2100" b="1">
                <a:solidFill>
                  <a:srgbClr val="172033"/>
                </a:solidFill>
              </a:defRPr>
            </a:lvl5pPr>
            <a:lvl6pPr algn="ctr">
              <a:defRPr sz="2100" b="1">
                <a:solidFill>
                  <a:srgbClr val="172033"/>
                </a:solidFill>
              </a:defRPr>
            </a:lvl6pPr>
            <a:lvl7pPr algn="ctr">
              <a:defRPr sz="2100" b="1">
                <a:solidFill>
                  <a:srgbClr val="172033"/>
                </a:solidFill>
              </a:defRPr>
            </a:lvl7pPr>
            <a:lvl8pPr algn="ctr">
              <a:defRPr sz="2100" b="1">
                <a:solidFill>
                  <a:srgbClr val="172033"/>
                </a:solidFill>
              </a:defRPr>
            </a:lvl8pPr>
            <a:lvl9pPr algn="ctr">
              <a:defRPr sz="2100" b="1">
                <a:solidFill>
                  <a:srgbClr val="172033"/>
                </a:solidFill>
              </a:defRPr>
            </a:lvl9pPr>
          </a:lstStyle>
          <a:p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2   1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51DF7ED-8819-4BEA-8BC9-9ED527E3F572}"/>
              </a:ext>
            </a:extLst>
          </p:cNvPr>
          <p:cNvSpPr>
            <a:spLocks noGrp="1"/>
          </p:cNvSpPr>
          <p:nvPr/>
        </p:nvSpPr>
        <p:spPr>
          <a:xfrm>
            <a:off x="4000500" y="3638550"/>
            <a:ext cx="3000375" cy="1285875"/>
          </a:xfrm>
          <a:prstGeom prst="roundRect">
            <a:avLst>
              <a:gd name="adj" fmla="val 5926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470F17-186E-4EFB-8F72-B22AE51A0F1A}"/>
              </a:ext>
            </a:extLst>
          </p:cNvPr>
          <p:cNvSpPr>
            <a:spLocks noGrp="1"/>
          </p:cNvSpPr>
          <p:nvPr/>
        </p:nvSpPr>
        <p:spPr>
          <a:xfrm>
            <a:off x="4210050" y="3790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59E0B"/>
                </a:solidFill>
              </a:defRPr>
            </a:defPPr>
            <a:lvl1pPr algn="ctr">
              <a:defRPr sz="1500" b="1">
                <a:solidFill>
                  <a:srgbClr val="F59E0B"/>
                </a:solidFill>
              </a:defRPr>
            </a:lvl1pPr>
            <a:lvl2pPr algn="ctr">
              <a:defRPr sz="1500" b="1">
                <a:solidFill>
                  <a:srgbClr val="F59E0B"/>
                </a:solidFill>
              </a:defRPr>
            </a:lvl2pPr>
            <a:lvl3pPr algn="ctr">
              <a:defRPr sz="1500" b="1">
                <a:solidFill>
                  <a:srgbClr val="F59E0B"/>
                </a:solidFill>
              </a:defRPr>
            </a:lvl3pPr>
            <a:lvl4pPr algn="ctr">
              <a:defRPr sz="1500" b="1">
                <a:solidFill>
                  <a:srgbClr val="F59E0B"/>
                </a:solidFill>
              </a:defRPr>
            </a:lvl4pPr>
            <a:lvl5pPr algn="ctr">
              <a:defRPr sz="1500" b="1">
                <a:solidFill>
                  <a:srgbClr val="F59E0B"/>
                </a:solidFill>
              </a:defRPr>
            </a:lvl5pPr>
            <a:lvl6pPr algn="ctr">
              <a:defRPr sz="1500" b="1">
                <a:solidFill>
                  <a:srgbClr val="F59E0B"/>
                </a:solidFill>
              </a:defRPr>
            </a:lvl6pPr>
            <a:lvl7pPr algn="ctr">
              <a:defRPr sz="1500" b="1">
                <a:solidFill>
                  <a:srgbClr val="F59E0B"/>
                </a:solidFill>
              </a:defRPr>
            </a:lvl7pPr>
            <a:lvl8pPr algn="ctr">
              <a:defRPr sz="1500" b="1">
                <a:solidFill>
                  <a:srgbClr val="F59E0B"/>
                </a:solidFill>
              </a:defRPr>
            </a:lvl8pPr>
            <a:lvl9pPr algn="ctr">
              <a:defRPr sz="1500" b="1">
                <a:solidFill>
                  <a:srgbClr val="F59E0B"/>
                </a:solidFill>
              </a:defRPr>
            </a:lvl9pPr>
          </a:lstStyle>
          <a:p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Equal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39A4F2-67DB-4E5E-BDA5-42F3BC8247E1}"/>
              </a:ext>
            </a:extLst>
          </p:cNvPr>
          <p:cNvSpPr>
            <a:spLocks noGrp="1"/>
          </p:cNvSpPr>
          <p:nvPr/>
        </p:nvSpPr>
        <p:spPr>
          <a:xfrm>
            <a:off x="4210050" y="42100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172033"/>
                </a:solidFill>
              </a:defRPr>
            </a:defPPr>
            <a:lvl1pPr algn="ctr">
              <a:defRPr sz="2100" b="1">
                <a:solidFill>
                  <a:srgbClr val="172033"/>
                </a:solidFill>
              </a:defRPr>
            </a:lvl1pPr>
            <a:lvl2pPr algn="ctr">
              <a:defRPr sz="2100" b="1">
                <a:solidFill>
                  <a:srgbClr val="172033"/>
                </a:solidFill>
              </a:defRPr>
            </a:lvl2pPr>
            <a:lvl3pPr algn="ctr">
              <a:defRPr sz="2100" b="1">
                <a:solidFill>
                  <a:srgbClr val="172033"/>
                </a:solidFill>
              </a:defRPr>
            </a:lvl3pPr>
            <a:lvl4pPr algn="ctr">
              <a:defRPr sz="2100" b="1">
                <a:solidFill>
                  <a:srgbClr val="172033"/>
                </a:solidFill>
              </a:defRPr>
            </a:lvl4pPr>
            <a:lvl5pPr algn="ctr">
              <a:defRPr sz="2100" b="1">
                <a:solidFill>
                  <a:srgbClr val="172033"/>
                </a:solidFill>
              </a:defRPr>
            </a:lvl5pPr>
            <a:lvl6pPr algn="ctr">
              <a:defRPr sz="2100" b="1">
                <a:solidFill>
                  <a:srgbClr val="172033"/>
                </a:solidFill>
              </a:defRPr>
            </a:lvl6pPr>
            <a:lvl7pPr algn="ctr">
              <a:defRPr sz="2100" b="1">
                <a:solidFill>
                  <a:srgbClr val="172033"/>
                </a:solidFill>
              </a:defRPr>
            </a:lvl7pPr>
            <a:lvl8pPr algn="ctr">
              <a:defRPr sz="2100" b="1">
                <a:solidFill>
                  <a:srgbClr val="172033"/>
                </a:solidFill>
              </a:defRPr>
            </a:lvl8pPr>
            <a:lvl9pPr algn="ctr">
              <a:defRPr sz="2100" b="1">
                <a:solidFill>
                  <a:srgbClr val="172033"/>
                </a:solidFill>
              </a:defRPr>
            </a:lvl9pPr>
          </a:lstStyle>
          <a:p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4   4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2B2D6A4-CA6E-4299-9BE9-AABD808DEB43}"/>
              </a:ext>
            </a:extLst>
          </p:cNvPr>
          <p:cNvSpPr>
            <a:spLocks noGrp="1"/>
          </p:cNvSpPr>
          <p:nvPr/>
        </p:nvSpPr>
        <p:spPr>
          <a:xfrm>
            <a:off x="7334250" y="3638550"/>
            <a:ext cx="3905250" cy="1285875"/>
          </a:xfrm>
          <a:prstGeom prst="roundRect">
            <a:avLst>
              <a:gd name="adj" fmla="val 5926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3F22EC-8827-4B9A-BA5E-B9A8E29A7F37}"/>
              </a:ext>
            </a:extLst>
          </p:cNvPr>
          <p:cNvSpPr>
            <a:spLocks noGrp="1"/>
          </p:cNvSpPr>
          <p:nvPr/>
        </p:nvSpPr>
        <p:spPr>
          <a:xfrm>
            <a:off x="7543800" y="3790950"/>
            <a:ext cx="3486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059669"/>
                </a:solidFill>
              </a:defRPr>
            </a:defPPr>
            <a:lvl1pPr algn="ctr">
              <a:defRPr sz="1500" b="1">
                <a:solidFill>
                  <a:srgbClr val="059669"/>
                </a:solidFill>
              </a:defRPr>
            </a:lvl1pPr>
            <a:lvl2pPr algn="ctr">
              <a:defRPr sz="1500" b="1">
                <a:solidFill>
                  <a:srgbClr val="059669"/>
                </a:solidFill>
              </a:defRPr>
            </a:lvl2pPr>
            <a:lvl3pPr algn="ctr">
              <a:defRPr sz="1500" b="1">
                <a:solidFill>
                  <a:srgbClr val="059669"/>
                </a:solidFill>
              </a:defRPr>
            </a:lvl3pPr>
            <a:lvl4pPr algn="ctr">
              <a:defRPr sz="1500" b="1">
                <a:solidFill>
                  <a:srgbClr val="059669"/>
                </a:solidFill>
              </a:defRPr>
            </a:lvl4pPr>
            <a:lvl5pPr algn="ctr">
              <a:defRPr sz="1500" b="1">
                <a:solidFill>
                  <a:srgbClr val="059669"/>
                </a:solidFill>
              </a:defRPr>
            </a:lvl5pPr>
            <a:lvl6pPr algn="ctr">
              <a:defRPr sz="1500" b="1">
                <a:solidFill>
                  <a:srgbClr val="059669"/>
                </a:solidFill>
              </a:defRPr>
            </a:lvl6pPr>
            <a:lvl7pPr algn="ctr">
              <a:defRPr sz="1500" b="1">
                <a:solidFill>
                  <a:srgbClr val="059669"/>
                </a:solidFill>
              </a:defRPr>
            </a:lvl7pPr>
            <a:lvl8pPr algn="ctr">
              <a:defRPr sz="1500" b="1">
                <a:solidFill>
                  <a:srgbClr val="059669"/>
                </a:solidFill>
              </a:defRPr>
            </a:lvl8pPr>
            <a:lvl9pPr algn="ctr">
              <a:defRPr sz="1500" b="1">
                <a:solidFill>
                  <a:srgbClr val="059669"/>
                </a:solidFill>
              </a:defRPr>
            </a:lvl9pPr>
          </a:lstStyle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Larger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429B55-B53D-48E3-A59E-C6B205B1034E}"/>
              </a:ext>
            </a:extLst>
          </p:cNvPr>
          <p:cNvSpPr>
            <a:spLocks noGrp="1"/>
          </p:cNvSpPr>
          <p:nvPr/>
        </p:nvSpPr>
        <p:spPr>
          <a:xfrm>
            <a:off x="7543800" y="4210050"/>
            <a:ext cx="3486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172033"/>
                </a:solidFill>
              </a:defRPr>
            </a:defPPr>
            <a:lvl1pPr algn="ctr">
              <a:defRPr sz="2100" b="1">
                <a:solidFill>
                  <a:srgbClr val="172033"/>
                </a:solidFill>
              </a:defRPr>
            </a:lvl1pPr>
            <a:lvl2pPr algn="ctr">
              <a:defRPr sz="2100" b="1">
                <a:solidFill>
                  <a:srgbClr val="172033"/>
                </a:solidFill>
              </a:defRPr>
            </a:lvl2pPr>
            <a:lvl3pPr algn="ctr">
              <a:defRPr sz="2100" b="1">
                <a:solidFill>
                  <a:srgbClr val="172033"/>
                </a:solidFill>
              </a:defRPr>
            </a:lvl3pPr>
            <a:lvl4pPr algn="ctr">
              <a:defRPr sz="2100" b="1">
                <a:solidFill>
                  <a:srgbClr val="172033"/>
                </a:solidFill>
              </a:defRPr>
            </a:lvl4pPr>
            <a:lvl5pPr algn="ctr">
              <a:defRPr sz="2100" b="1">
                <a:solidFill>
                  <a:srgbClr val="172033"/>
                </a:solidFill>
              </a:defRPr>
            </a:lvl5pPr>
            <a:lvl6pPr algn="ctr">
              <a:defRPr sz="2100" b="1">
                <a:solidFill>
                  <a:srgbClr val="172033"/>
                </a:solidFill>
              </a:defRPr>
            </a:lvl6pPr>
            <a:lvl7pPr algn="ctr">
              <a:defRPr sz="2100" b="1">
                <a:solidFill>
                  <a:srgbClr val="172033"/>
                </a:solidFill>
              </a:defRPr>
            </a:lvl7pPr>
            <a:lvl8pPr algn="ctr">
              <a:defRPr sz="2100" b="1">
                <a:solidFill>
                  <a:srgbClr val="172033"/>
                </a:solidFill>
              </a:defRPr>
            </a:lvl8pPr>
            <a:lvl9pPr algn="ctr">
              <a:defRPr sz="2100" b="1">
                <a:solidFill>
                  <a:srgbClr val="172033"/>
                </a:solidFill>
              </a:defRPr>
            </a:lvl9pPr>
          </a:lstStyle>
          <a:p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9   7   8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BB6D03-E19E-4D04-8656-205B349BDEF4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14213D"/>
                </a:solidFill>
              </a:defRPr>
            </a:defPPr>
            <a:lvl1pPr algn="ctr">
              <a:defRPr sz="1875" b="1">
                <a:solidFill>
                  <a:srgbClr val="14213D"/>
                </a:solidFill>
              </a:defRPr>
            </a:lvl1pPr>
            <a:lvl2pPr algn="ctr">
              <a:defRPr sz="1875" b="1">
                <a:solidFill>
                  <a:srgbClr val="14213D"/>
                </a:solidFill>
              </a:defRPr>
            </a:lvl2pPr>
            <a:lvl3pPr algn="ctr">
              <a:defRPr sz="1875" b="1">
                <a:solidFill>
                  <a:srgbClr val="14213D"/>
                </a:solidFill>
              </a:defRPr>
            </a:lvl3pPr>
            <a:lvl4pPr algn="ctr">
              <a:defRPr sz="1875" b="1">
                <a:solidFill>
                  <a:srgbClr val="14213D"/>
                </a:solidFill>
              </a:defRPr>
            </a:lvl4pPr>
            <a:lvl5pPr algn="ctr">
              <a:defRPr sz="1875" b="1">
                <a:solidFill>
                  <a:srgbClr val="14213D"/>
                </a:solidFill>
              </a:defRPr>
            </a:lvl5pPr>
            <a:lvl6pPr algn="ctr">
              <a:defRPr sz="1875" b="1">
                <a:solidFill>
                  <a:srgbClr val="14213D"/>
                </a:solidFill>
              </a:defRPr>
            </a:lvl6pPr>
            <a:lvl7pPr algn="ctr">
              <a:defRPr sz="1875" b="1">
                <a:solidFill>
                  <a:srgbClr val="14213D"/>
                </a:solidFill>
              </a:defRPr>
            </a:lvl7pPr>
            <a:lvl8pPr algn="ctr">
              <a:defRPr sz="1875" b="1">
                <a:solidFill>
                  <a:srgbClr val="14213D"/>
                </a:solidFill>
              </a:defRPr>
            </a:lvl8pPr>
            <a:lvl9pPr algn="ctr">
              <a:defRPr sz="1875" b="1">
                <a:solidFill>
                  <a:srgbClr val="14213D"/>
                </a:solidFill>
              </a:defRPr>
            </a:lvl9pPr>
          </a:lstStyle>
          <a:p>
            <a:pPr algn="ctr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If k falls in the equal region, selection stops immediately.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8EF48D-5053-4118-8441-2EEE956AD91E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68552A-9428-4A7A-8659-797F0AF4BBB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145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865306AC-D2E6-4A92-86BB-91BE7E3E7E4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DETERMINISTIC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7D0CF9-6C32-41E9-9279-06B8C08785D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Median of Medians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909B9-950B-4EFC-B2C0-0453ADCF50B1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Jonathan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E261D-264A-4C81-8F60-25BB8015E60E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D84E1-C5DC-442D-95AD-4333B7CA5343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400050" cy="400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5B823-DC8E-46B5-B7EF-D6122AE94E5D}"/>
              </a:ext>
            </a:extLst>
          </p:cNvPr>
          <p:cNvSpPr>
            <a:spLocks noGrp="1"/>
          </p:cNvSpPr>
          <p:nvPr/>
        </p:nvSpPr>
        <p:spPr>
          <a:xfrm>
            <a:off x="1285875" y="15430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Divide the active interval into groups of five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6CC8AB-9373-425A-8932-52EABD546262}"/>
              </a:ext>
            </a:extLst>
          </p:cNvPr>
          <p:cNvSpPr>
            <a:spLocks noGrp="1"/>
          </p:cNvSpPr>
          <p:nvPr/>
        </p:nvSpPr>
        <p:spPr>
          <a:xfrm>
            <a:off x="714375" y="2171700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FD19BC-C737-48A2-A3A8-177274626EE2}"/>
              </a:ext>
            </a:extLst>
          </p:cNvPr>
          <p:cNvSpPr>
            <a:spLocks noGrp="1"/>
          </p:cNvSpPr>
          <p:nvPr/>
        </p:nvSpPr>
        <p:spPr>
          <a:xfrm>
            <a:off x="885825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AD26D-CD05-48D9-B903-7ACEB1AFCBCD}"/>
              </a:ext>
            </a:extLst>
          </p:cNvPr>
          <p:cNvSpPr>
            <a:spLocks noGrp="1"/>
          </p:cNvSpPr>
          <p:nvPr/>
        </p:nvSpPr>
        <p:spPr>
          <a:xfrm>
            <a:off x="885825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9BFB5B-0D03-4A36-9133-BF125F04A2A9}"/>
              </a:ext>
            </a:extLst>
          </p:cNvPr>
          <p:cNvSpPr>
            <a:spLocks noGrp="1"/>
          </p:cNvSpPr>
          <p:nvPr/>
        </p:nvSpPr>
        <p:spPr>
          <a:xfrm>
            <a:off x="1419225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F77CC8-87CA-46AF-9FBA-AC244137661E}"/>
              </a:ext>
            </a:extLst>
          </p:cNvPr>
          <p:cNvSpPr>
            <a:spLocks noGrp="1"/>
          </p:cNvSpPr>
          <p:nvPr/>
        </p:nvSpPr>
        <p:spPr>
          <a:xfrm>
            <a:off x="1419225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915730-82DB-452F-9AF8-29AF90BA84D8}"/>
              </a:ext>
            </a:extLst>
          </p:cNvPr>
          <p:cNvSpPr>
            <a:spLocks noGrp="1"/>
          </p:cNvSpPr>
          <p:nvPr/>
        </p:nvSpPr>
        <p:spPr>
          <a:xfrm>
            <a:off x="1952625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5D82F-C39D-47F1-BA86-FEB708A08A02}"/>
              </a:ext>
            </a:extLst>
          </p:cNvPr>
          <p:cNvSpPr>
            <a:spLocks noGrp="1"/>
          </p:cNvSpPr>
          <p:nvPr/>
        </p:nvSpPr>
        <p:spPr>
          <a:xfrm>
            <a:off x="1952625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CA5736-50DF-4D38-B2D4-54635533A284}"/>
              </a:ext>
            </a:extLst>
          </p:cNvPr>
          <p:cNvSpPr>
            <a:spLocks noGrp="1"/>
          </p:cNvSpPr>
          <p:nvPr/>
        </p:nvSpPr>
        <p:spPr>
          <a:xfrm>
            <a:off x="2486025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55CE4-9A1E-45D4-886B-E8E78863F592}"/>
              </a:ext>
            </a:extLst>
          </p:cNvPr>
          <p:cNvSpPr>
            <a:spLocks noGrp="1"/>
          </p:cNvSpPr>
          <p:nvPr/>
        </p:nvSpPr>
        <p:spPr>
          <a:xfrm>
            <a:off x="2486025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57F96F-D2E5-4E37-8050-F2B7DE5A6DEF}"/>
              </a:ext>
            </a:extLst>
          </p:cNvPr>
          <p:cNvSpPr>
            <a:spLocks noGrp="1"/>
          </p:cNvSpPr>
          <p:nvPr/>
        </p:nvSpPr>
        <p:spPr>
          <a:xfrm>
            <a:off x="3019425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6F356A-D710-4EBB-BD2A-9D7F1A813622}"/>
              </a:ext>
            </a:extLst>
          </p:cNvPr>
          <p:cNvSpPr>
            <a:spLocks noGrp="1"/>
          </p:cNvSpPr>
          <p:nvPr/>
        </p:nvSpPr>
        <p:spPr>
          <a:xfrm>
            <a:off x="3019425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D77F73-1B25-4A91-90F2-6DDB7E7968AC}"/>
              </a:ext>
            </a:extLst>
          </p:cNvPr>
          <p:cNvSpPr>
            <a:spLocks noGrp="1"/>
          </p:cNvSpPr>
          <p:nvPr/>
        </p:nvSpPr>
        <p:spPr>
          <a:xfrm>
            <a:off x="4286250" y="2171700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63C6EA9-BF34-41DA-9030-51C186B74B3B}"/>
              </a:ext>
            </a:extLst>
          </p:cNvPr>
          <p:cNvSpPr>
            <a:spLocks noGrp="1"/>
          </p:cNvSpPr>
          <p:nvPr/>
        </p:nvSpPr>
        <p:spPr>
          <a:xfrm>
            <a:off x="4457700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8320F5-E1DC-49D3-AC28-0FDEC65A462B}"/>
              </a:ext>
            </a:extLst>
          </p:cNvPr>
          <p:cNvSpPr>
            <a:spLocks noGrp="1"/>
          </p:cNvSpPr>
          <p:nvPr/>
        </p:nvSpPr>
        <p:spPr>
          <a:xfrm>
            <a:off x="4457700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B5018D-92F1-47CA-82B1-95D956667140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0DA3F7-6AD7-4DE1-8064-1EAC6F6C6CDA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81A4A7-F037-489C-B1ED-229B90306423}"/>
              </a:ext>
            </a:extLst>
          </p:cNvPr>
          <p:cNvSpPr>
            <a:spLocks noGrp="1"/>
          </p:cNvSpPr>
          <p:nvPr/>
        </p:nvSpPr>
        <p:spPr>
          <a:xfrm>
            <a:off x="5524500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5E15FE-8DF2-4BBF-A04E-4CF8AFFC65C4}"/>
              </a:ext>
            </a:extLst>
          </p:cNvPr>
          <p:cNvSpPr>
            <a:spLocks noGrp="1"/>
          </p:cNvSpPr>
          <p:nvPr/>
        </p:nvSpPr>
        <p:spPr>
          <a:xfrm>
            <a:off x="5524500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FAAE20-74F6-47FA-8905-C609E48E0A88}"/>
              </a:ext>
            </a:extLst>
          </p:cNvPr>
          <p:cNvSpPr>
            <a:spLocks noGrp="1"/>
          </p:cNvSpPr>
          <p:nvPr/>
        </p:nvSpPr>
        <p:spPr>
          <a:xfrm>
            <a:off x="6057900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E25E4-A039-4C8E-A981-1F103024E849}"/>
              </a:ext>
            </a:extLst>
          </p:cNvPr>
          <p:cNvSpPr>
            <a:spLocks noGrp="1"/>
          </p:cNvSpPr>
          <p:nvPr/>
        </p:nvSpPr>
        <p:spPr>
          <a:xfrm>
            <a:off x="6057900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2DA47A0-3F69-46F5-8B37-EFA2719424CA}"/>
              </a:ext>
            </a:extLst>
          </p:cNvPr>
          <p:cNvSpPr>
            <a:spLocks noGrp="1"/>
          </p:cNvSpPr>
          <p:nvPr/>
        </p:nvSpPr>
        <p:spPr>
          <a:xfrm>
            <a:off x="6591300" y="2428875"/>
            <a:ext cx="476250" cy="5238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707BA5-9F16-46F3-A4E3-E5E815C1C22B}"/>
              </a:ext>
            </a:extLst>
          </p:cNvPr>
          <p:cNvSpPr>
            <a:spLocks noGrp="1"/>
          </p:cNvSpPr>
          <p:nvPr/>
        </p:nvSpPr>
        <p:spPr>
          <a:xfrm>
            <a:off x="6591300" y="2428875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EA69E1-1304-4EEB-896A-37B1A787DBD0}"/>
              </a:ext>
            </a:extLst>
          </p:cNvPr>
          <p:cNvSpPr>
            <a:spLocks noGrp="1"/>
          </p:cNvSpPr>
          <p:nvPr/>
        </p:nvSpPr>
        <p:spPr>
          <a:xfrm>
            <a:off x="7858125" y="2171700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FF4DC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C6DAD4-96CE-4DE2-BCE6-B835F1B37192}"/>
              </a:ext>
            </a:extLst>
          </p:cNvPr>
          <p:cNvSpPr>
            <a:spLocks noGrp="1"/>
          </p:cNvSpPr>
          <p:nvPr/>
        </p:nvSpPr>
        <p:spPr>
          <a:xfrm>
            <a:off x="8029575" y="2428875"/>
            <a:ext cx="514350" cy="5238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06CC8E-9C5A-4120-BF4E-20F30A83A64A}"/>
              </a:ext>
            </a:extLst>
          </p:cNvPr>
          <p:cNvSpPr>
            <a:spLocks noGrp="1"/>
          </p:cNvSpPr>
          <p:nvPr/>
        </p:nvSpPr>
        <p:spPr>
          <a:xfrm>
            <a:off x="8029575" y="2428875"/>
            <a:ext cx="514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A10F97C-CCFA-4B7F-AA35-30A7AE077F2C}"/>
              </a:ext>
            </a:extLst>
          </p:cNvPr>
          <p:cNvSpPr>
            <a:spLocks noGrp="1"/>
          </p:cNvSpPr>
          <p:nvPr/>
        </p:nvSpPr>
        <p:spPr>
          <a:xfrm>
            <a:off x="8601075" y="2428875"/>
            <a:ext cx="514350" cy="523875"/>
          </a:xfrm>
          <a:prstGeom prst="roundRect">
            <a:avLst>
              <a:gd name="adj" fmla="val 14815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EB50EF-D9B8-4323-906E-AC3E3F563B37}"/>
              </a:ext>
            </a:extLst>
          </p:cNvPr>
          <p:cNvSpPr>
            <a:spLocks noGrp="1"/>
          </p:cNvSpPr>
          <p:nvPr/>
        </p:nvSpPr>
        <p:spPr>
          <a:xfrm>
            <a:off x="8601075" y="2428875"/>
            <a:ext cx="514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E0221E-A8A8-43B8-A618-19F0F828C9B5}"/>
              </a:ext>
            </a:extLst>
          </p:cNvPr>
          <p:cNvSpPr>
            <a:spLocks noGrp="1"/>
          </p:cNvSpPr>
          <p:nvPr/>
        </p:nvSpPr>
        <p:spPr>
          <a:xfrm>
            <a:off x="9172575" y="2428875"/>
            <a:ext cx="514350" cy="5238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EAF3C2-CCB9-4055-9CA3-C90BC5D814AC}"/>
              </a:ext>
            </a:extLst>
          </p:cNvPr>
          <p:cNvSpPr>
            <a:spLocks noGrp="1"/>
          </p:cNvSpPr>
          <p:nvPr/>
        </p:nvSpPr>
        <p:spPr>
          <a:xfrm>
            <a:off x="9172575" y="2428875"/>
            <a:ext cx="5143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8DE27A-F222-41FF-9F1C-A0B9E43AF667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400050" cy="400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D61C9C-EFF2-4937-BC31-1891DC6FFAD2}"/>
              </a:ext>
            </a:extLst>
          </p:cNvPr>
          <p:cNvSpPr>
            <a:spLocks noGrp="1"/>
          </p:cNvSpPr>
          <p:nvPr/>
        </p:nvSpPr>
        <p:spPr>
          <a:xfrm>
            <a:off x="1285875" y="35433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Move each group median into a prefix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9A60824-69F9-4583-9400-6ACBB8700E98}"/>
              </a:ext>
            </a:extLst>
          </p:cNvPr>
          <p:cNvSpPr>
            <a:spLocks noGrp="1"/>
          </p:cNvSpPr>
          <p:nvPr/>
        </p:nvSpPr>
        <p:spPr>
          <a:xfrm>
            <a:off x="7248525" y="3495675"/>
            <a:ext cx="723900" cy="523875"/>
          </a:xfrm>
          <a:prstGeom prst="roundRect">
            <a:avLst>
              <a:gd name="adj" fmla="val 14545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ACFAB4-2966-479F-805C-942EB44B14C5}"/>
              </a:ext>
            </a:extLst>
          </p:cNvPr>
          <p:cNvSpPr>
            <a:spLocks noGrp="1"/>
          </p:cNvSpPr>
          <p:nvPr/>
        </p:nvSpPr>
        <p:spPr>
          <a:xfrm>
            <a:off x="7248525" y="3495675"/>
            <a:ext cx="72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5B95F41-67DD-4C35-BD0D-FCAA6217E740}"/>
              </a:ext>
            </a:extLst>
          </p:cNvPr>
          <p:cNvSpPr>
            <a:spLocks noGrp="1"/>
          </p:cNvSpPr>
          <p:nvPr/>
        </p:nvSpPr>
        <p:spPr>
          <a:xfrm>
            <a:off x="8029575" y="3495675"/>
            <a:ext cx="723900" cy="523875"/>
          </a:xfrm>
          <a:prstGeom prst="roundRect">
            <a:avLst>
              <a:gd name="adj" fmla="val 14545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B77FA2-5D25-4389-99D3-F3E37D087CE2}"/>
              </a:ext>
            </a:extLst>
          </p:cNvPr>
          <p:cNvSpPr>
            <a:spLocks noGrp="1"/>
          </p:cNvSpPr>
          <p:nvPr/>
        </p:nvSpPr>
        <p:spPr>
          <a:xfrm>
            <a:off x="8029575" y="3495675"/>
            <a:ext cx="72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614A56B-A992-429C-9441-9B10E4FF011A}"/>
              </a:ext>
            </a:extLst>
          </p:cNvPr>
          <p:cNvSpPr>
            <a:spLocks noGrp="1"/>
          </p:cNvSpPr>
          <p:nvPr/>
        </p:nvSpPr>
        <p:spPr>
          <a:xfrm>
            <a:off x="8810625" y="3495675"/>
            <a:ext cx="723900" cy="523875"/>
          </a:xfrm>
          <a:prstGeom prst="roundRect">
            <a:avLst>
              <a:gd name="adj" fmla="val 14545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FCBEFA-EDD8-4DA0-8144-C0D86CB204DE}"/>
              </a:ext>
            </a:extLst>
          </p:cNvPr>
          <p:cNvSpPr>
            <a:spLocks noGrp="1"/>
          </p:cNvSpPr>
          <p:nvPr/>
        </p:nvSpPr>
        <p:spPr>
          <a:xfrm>
            <a:off x="8810625" y="3495675"/>
            <a:ext cx="72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 dirty="0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043462-3B26-47FE-8EC4-7A3EAB0E02C7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400050" cy="4000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ctr">
              <a:defRPr sz="1875" b="1">
                <a:solidFill>
                  <a:srgbClr val="FFFFFF"/>
                </a:solidFill>
              </a:defRPr>
            </a:lvl1pPr>
            <a:lvl2pPr algn="ctr">
              <a:defRPr sz="1875" b="1">
                <a:solidFill>
                  <a:srgbClr val="FFFFFF"/>
                </a:solidFill>
              </a:defRPr>
            </a:lvl2pPr>
            <a:lvl3pPr algn="ctr">
              <a:defRPr sz="1875" b="1">
                <a:solidFill>
                  <a:srgbClr val="FFFFFF"/>
                </a:solidFill>
              </a:defRPr>
            </a:lvl3pPr>
            <a:lvl4pPr algn="ctr">
              <a:defRPr sz="1875" b="1">
                <a:solidFill>
                  <a:srgbClr val="FFFFFF"/>
                </a:solidFill>
              </a:defRPr>
            </a:lvl4pPr>
            <a:lvl5pPr algn="ctr">
              <a:defRPr sz="1875" b="1">
                <a:solidFill>
                  <a:srgbClr val="FFFFFF"/>
                </a:solidFill>
              </a:defRPr>
            </a:lvl5pPr>
            <a:lvl6pPr algn="ctr">
              <a:defRPr sz="1875" b="1">
                <a:solidFill>
                  <a:srgbClr val="FFFFFF"/>
                </a:solidFill>
              </a:defRPr>
            </a:lvl6pPr>
            <a:lvl7pPr algn="ctr">
              <a:defRPr sz="1875" b="1">
                <a:solidFill>
                  <a:srgbClr val="FFFFFF"/>
                </a:solidFill>
              </a:defRPr>
            </a:lvl7pPr>
            <a:lvl8pPr algn="ctr">
              <a:defRPr sz="1875" b="1">
                <a:solidFill>
                  <a:srgbClr val="FFFFFF"/>
                </a:solidFill>
              </a:defRPr>
            </a:lvl8pPr>
            <a:lvl9pPr algn="ctr">
              <a:defRPr sz="1875" b="1">
                <a:solidFill>
                  <a:srgbClr val="FFFFFF"/>
                </a:solidFill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7B856E-34EF-4079-845C-B4992BB0AA5A}"/>
              </a:ext>
            </a:extLst>
          </p:cNvPr>
          <p:cNvSpPr>
            <a:spLocks noGrp="1"/>
          </p:cNvSpPr>
          <p:nvPr/>
        </p:nvSpPr>
        <p:spPr>
          <a:xfrm>
            <a:off x="1285875" y="44767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Select the median of that prefix as the pivot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815D12-1476-468A-8F45-ACCDB1B64BB2}"/>
              </a:ext>
            </a:extLst>
          </p:cNvPr>
          <p:cNvSpPr>
            <a:spLocks noGrp="1"/>
          </p:cNvSpPr>
          <p:nvPr/>
        </p:nvSpPr>
        <p:spPr>
          <a:xfrm>
            <a:off x="7439025" y="4400550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FF4DC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B554595-E78D-45CE-98F7-C97D0D2F8883}"/>
              </a:ext>
            </a:extLst>
          </p:cNvPr>
          <p:cNvSpPr>
            <a:spLocks noGrp="1"/>
          </p:cNvSpPr>
          <p:nvPr/>
        </p:nvSpPr>
        <p:spPr>
          <a:xfrm>
            <a:off x="7629525" y="45148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F59E0B"/>
                </a:solidFill>
              </a:defRPr>
            </a:defPPr>
            <a:lvl1pPr algn="ctr">
              <a:defRPr sz="1950" b="1">
                <a:solidFill>
                  <a:srgbClr val="F59E0B"/>
                </a:solidFill>
              </a:defRPr>
            </a:lvl1pPr>
            <a:lvl2pPr algn="ctr">
              <a:defRPr sz="1950" b="1">
                <a:solidFill>
                  <a:srgbClr val="F59E0B"/>
                </a:solidFill>
              </a:defRPr>
            </a:lvl2pPr>
            <a:lvl3pPr algn="ctr">
              <a:defRPr sz="1950" b="1">
                <a:solidFill>
                  <a:srgbClr val="F59E0B"/>
                </a:solidFill>
              </a:defRPr>
            </a:lvl3pPr>
            <a:lvl4pPr algn="ctr">
              <a:defRPr sz="1950" b="1">
                <a:solidFill>
                  <a:srgbClr val="F59E0B"/>
                </a:solidFill>
              </a:defRPr>
            </a:lvl4pPr>
            <a:lvl5pPr algn="ctr">
              <a:defRPr sz="1950" b="1">
                <a:solidFill>
                  <a:srgbClr val="F59E0B"/>
                </a:solidFill>
              </a:defRPr>
            </a:lvl5pPr>
            <a:lvl6pPr algn="ctr">
              <a:defRPr sz="1950" b="1">
                <a:solidFill>
                  <a:srgbClr val="F59E0B"/>
                </a:solidFill>
              </a:defRPr>
            </a:lvl6pPr>
            <a:lvl7pPr algn="ctr">
              <a:defRPr sz="1950" b="1">
                <a:solidFill>
                  <a:srgbClr val="F59E0B"/>
                </a:solidFill>
              </a:defRPr>
            </a:lvl7pPr>
            <a:lvl8pPr algn="ctr">
              <a:defRPr sz="1950" b="1">
                <a:solidFill>
                  <a:srgbClr val="F59E0B"/>
                </a:solidFill>
              </a:defRPr>
            </a:lvl8pPr>
            <a:lvl9pPr algn="ctr">
              <a:defRPr sz="1950" b="1">
                <a:solidFill>
                  <a:srgbClr val="F59E0B"/>
                </a:solidFill>
              </a:defRPr>
            </a:lvl9pPr>
          </a:lstStyle>
          <a:p>
            <a:pPr algn="ctr">
              <a:defRPr sz="1950" b="1">
                <a:solidFill>
                  <a:srgbClr val="F59E0B"/>
                </a:solidFill>
              </a:defRPr>
            </a:pPr>
            <a:r>
              <a:rPr sz="1950" b="1">
                <a:solidFill>
                  <a:srgbClr val="F59E0B"/>
                </a:solidFill>
              </a:rPr>
              <a:t>pivot = 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B1C0CC5-22E1-4851-815F-A50CC37CB019}"/>
              </a:ext>
            </a:extLst>
          </p:cNvPr>
          <p:cNvSpPr>
            <a:spLocks noGrp="1"/>
          </p:cNvSpPr>
          <p:nvPr/>
        </p:nvSpPr>
        <p:spPr>
          <a:xfrm>
            <a:off x="714375" y="5410200"/>
            <a:ext cx="10096500" cy="68580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B7ECEA-519A-47E5-82FA-B7F28E98636F}"/>
              </a:ext>
            </a:extLst>
          </p:cNvPr>
          <p:cNvSpPr>
            <a:spLocks noGrp="1"/>
          </p:cNvSpPr>
          <p:nvPr/>
        </p:nvSpPr>
        <p:spPr>
          <a:xfrm>
            <a:off x="904875" y="5505450"/>
            <a:ext cx="971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Worst case: T(n) &lt;= T(n/5) + T(7n/10 + O(1)) + O(n) = O(n)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3061B0-619F-4A40-8EFE-F7C970BCE52F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54DB330-7DAE-4189-82A9-71DF890EDB8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302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74CE3C7-F43B-4BFC-81C1-D364D6C90FA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MEDIAN OF MEDIANS DEEP DIVE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F60CE-0CBD-4559-AEA7-630AD46BF420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Why the pivot removes a fixed fraction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16D3DB-B1C5-48D1-B59B-7FC9B5D3C0C7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Jonathan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DF33CE-932A-48C9-8234-C58DAA60DB5F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5A9B1-8D81-4E64-AECC-77D9F15BBE0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4213D"/>
                </a:solidFill>
              </a:defRPr>
            </a:defPPr>
            <a:lvl1pPr algn="l">
              <a:defRPr sz="1725" b="1">
                <a:solidFill>
                  <a:srgbClr val="14213D"/>
                </a:solidFill>
              </a:defRPr>
            </a:lvl1pPr>
            <a:lvl2pPr algn="l">
              <a:defRPr sz="1725" b="1">
                <a:solidFill>
                  <a:srgbClr val="14213D"/>
                </a:solidFill>
              </a:defRPr>
            </a:lvl2pPr>
            <a:lvl3pPr algn="l">
              <a:defRPr sz="1725" b="1">
                <a:solidFill>
                  <a:srgbClr val="14213D"/>
                </a:solidFill>
              </a:defRPr>
            </a:lvl3pPr>
            <a:lvl4pPr algn="l">
              <a:defRPr sz="1725" b="1">
                <a:solidFill>
                  <a:srgbClr val="14213D"/>
                </a:solidFill>
              </a:defRPr>
            </a:lvl4pPr>
            <a:lvl5pPr algn="l">
              <a:defRPr sz="1725" b="1">
                <a:solidFill>
                  <a:srgbClr val="14213D"/>
                </a:solidFill>
              </a:defRPr>
            </a:lvl5pPr>
            <a:lvl6pPr algn="l">
              <a:defRPr sz="1725" b="1">
                <a:solidFill>
                  <a:srgbClr val="14213D"/>
                </a:solidFill>
              </a:defRPr>
            </a:lvl6pPr>
            <a:lvl7pPr algn="l">
              <a:defRPr sz="1725" b="1">
                <a:solidFill>
                  <a:srgbClr val="14213D"/>
                </a:solidFill>
              </a:defRPr>
            </a:lvl7pPr>
            <a:lvl8pPr algn="l">
              <a:defRPr sz="1725" b="1">
                <a:solidFill>
                  <a:srgbClr val="14213D"/>
                </a:solidFill>
              </a:defRPr>
            </a:lvl8pPr>
            <a:lvl9pPr algn="l">
              <a:defRPr sz="1725" b="1">
                <a:solidFill>
                  <a:srgbClr val="14213D"/>
                </a:solidFill>
              </a:defRPr>
            </a:lvl9pPr>
          </a:lstStyle>
          <a:p>
            <a:pPr algn="l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Groups of five give the pivot its guarantee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5649A2-B941-4C86-A0D7-03FFA072C506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D1E71A-1B1B-40A2-88AE-49E75DCB0BA4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  b  M  d  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C7865A-664E-42A0-8E26-E8575549D105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10502-A502-4A9A-A961-6BC8B85A5EE3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f  g  M  i  j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E334EA-095C-49F6-82C4-4C825E06B384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0730CF-4E98-4B62-8E87-25D0EBDC1E3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k  l  M  n  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320608-9769-4252-AC84-EA955C82E247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4476750" cy="457200"/>
          </a:xfrm>
          <a:prstGeom prst="roundRect">
            <a:avLst>
              <a:gd name="adj" fmla="val 16667"/>
            </a:avLst>
          </a:prstGeom>
          <a:solidFill>
            <a:srgbClr val="FFF4DC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1106FA-4FCC-4E14-8FDE-6E6DA45F8FF2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4133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  q  M  s  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B3157A-3C25-4D26-960E-E71B30F1F5AD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At least half of the group medians are on each side of the chosen pivot.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62743-318F-4213-B0C1-D8C0057AEF69}"/>
              </a:ext>
            </a:extLst>
          </p:cNvPr>
          <p:cNvSpPr>
            <a:spLocks noGrp="1"/>
          </p:cNvSpPr>
          <p:nvPr/>
        </p:nvSpPr>
        <p:spPr>
          <a:xfrm>
            <a:off x="5905500" y="2762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172033"/>
                </a:solidFill>
              </a:defRPr>
            </a:defPPr>
            <a:lvl1pPr algn="l">
              <a:defRPr sz="1575" b="0">
                <a:solidFill>
                  <a:srgbClr val="172033"/>
                </a:solidFill>
              </a:defRPr>
            </a:lvl1pPr>
            <a:lvl2pPr algn="l">
              <a:defRPr sz="1575" b="0">
                <a:solidFill>
                  <a:srgbClr val="172033"/>
                </a:solidFill>
              </a:defRPr>
            </a:lvl2pPr>
            <a:lvl3pPr algn="l">
              <a:defRPr sz="1575" b="0">
                <a:solidFill>
                  <a:srgbClr val="172033"/>
                </a:solidFill>
              </a:defRPr>
            </a:lvl3pPr>
            <a:lvl4pPr algn="l">
              <a:defRPr sz="1575" b="0">
                <a:solidFill>
                  <a:srgbClr val="172033"/>
                </a:solidFill>
              </a:defRPr>
            </a:lvl4pPr>
            <a:lvl5pPr algn="l">
              <a:defRPr sz="1575" b="0">
                <a:solidFill>
                  <a:srgbClr val="172033"/>
                </a:solidFill>
              </a:defRPr>
            </a:lvl5pPr>
            <a:lvl6pPr algn="l">
              <a:defRPr sz="1575" b="0">
                <a:solidFill>
                  <a:srgbClr val="172033"/>
                </a:solidFill>
              </a:defRPr>
            </a:lvl6pPr>
            <a:lvl7pPr algn="l">
              <a:defRPr sz="1575" b="0">
                <a:solidFill>
                  <a:srgbClr val="172033"/>
                </a:solidFill>
              </a:defRPr>
            </a:lvl7pPr>
            <a:lvl8pPr algn="l">
              <a:defRPr sz="1575" b="0">
                <a:solidFill>
                  <a:srgbClr val="172033"/>
                </a:solidFill>
              </a:defRPr>
            </a:lvl8pPr>
            <a:lvl9pPr algn="l">
              <a:defRPr sz="1575" b="0">
                <a:solidFill>
                  <a:srgbClr val="172033"/>
                </a:solidFill>
              </a:defRPr>
            </a:lvl9pPr>
          </a:lstStyle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Each qualifying group contributes at least three values on that side.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9DCBD9-B919-4658-8397-D777642EE5BE}"/>
              </a:ext>
            </a:extLst>
          </p:cNvPr>
          <p:cNvSpPr>
            <a:spLocks noGrp="1"/>
          </p:cNvSpPr>
          <p:nvPr/>
        </p:nvSpPr>
        <p:spPr>
          <a:xfrm>
            <a:off x="5905500" y="3762375"/>
            <a:ext cx="4953000" cy="876300"/>
          </a:xfrm>
          <a:prstGeom prst="roundRect">
            <a:avLst>
              <a:gd name="adj" fmla="val 8696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0B85D-C55B-4AB4-925C-BC6B860EF8EF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438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059669"/>
                </a:solidFill>
              </a:defRPr>
            </a:defPPr>
            <a:lvl1pPr algn="ctr">
              <a:defRPr sz="1875" b="1">
                <a:solidFill>
                  <a:srgbClr val="059669"/>
                </a:solidFill>
              </a:defRPr>
            </a:lvl1pPr>
            <a:lvl2pPr algn="ctr">
              <a:defRPr sz="1875" b="1">
                <a:solidFill>
                  <a:srgbClr val="059669"/>
                </a:solidFill>
              </a:defRPr>
            </a:lvl2pPr>
            <a:lvl3pPr algn="ctr">
              <a:defRPr sz="1875" b="1">
                <a:solidFill>
                  <a:srgbClr val="059669"/>
                </a:solidFill>
              </a:defRPr>
            </a:lvl3pPr>
            <a:lvl4pPr algn="ctr">
              <a:defRPr sz="1875" b="1">
                <a:solidFill>
                  <a:srgbClr val="059669"/>
                </a:solidFill>
              </a:defRPr>
            </a:lvl4pPr>
            <a:lvl5pPr algn="ctr">
              <a:defRPr sz="1875" b="1">
                <a:solidFill>
                  <a:srgbClr val="059669"/>
                </a:solidFill>
              </a:defRPr>
            </a:lvl5pPr>
            <a:lvl6pPr algn="ctr">
              <a:defRPr sz="1875" b="1">
                <a:solidFill>
                  <a:srgbClr val="059669"/>
                </a:solidFill>
              </a:defRPr>
            </a:lvl6pPr>
            <a:lvl7pPr algn="ctr">
              <a:defRPr sz="1875" b="1">
                <a:solidFill>
                  <a:srgbClr val="059669"/>
                </a:solidFill>
              </a:defRPr>
            </a:lvl7pPr>
            <a:lvl8pPr algn="ctr">
              <a:defRPr sz="1875" b="1">
                <a:solidFill>
                  <a:srgbClr val="059669"/>
                </a:solidFill>
              </a:defRPr>
            </a:lvl8pPr>
            <a:lvl9pPr algn="ctr">
              <a:defRPr sz="1875" b="1">
                <a:solidFill>
                  <a:srgbClr val="059669"/>
                </a:solidFill>
              </a:defRPr>
            </a:lvl9pPr>
          </a:lstStyle>
          <a:p>
            <a:pPr algn="ctr"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Largest strict side: about 7n/10 values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9E29B-D5C7-49BD-8743-598FAB0810ED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59E0B"/>
                </a:solidFill>
              </a:defRPr>
            </a:defPPr>
            <a:lvl1pPr algn="l">
              <a:defRPr sz="1350" b="1">
                <a:solidFill>
                  <a:srgbClr val="F59E0B"/>
                </a:solidFill>
              </a:defRPr>
            </a:lvl1pPr>
            <a:lvl2pPr algn="l">
              <a:defRPr sz="1350" b="1">
                <a:solidFill>
                  <a:srgbClr val="F59E0B"/>
                </a:solidFill>
              </a:defRPr>
            </a:lvl2pPr>
            <a:lvl3pPr algn="l">
              <a:defRPr sz="1350" b="1">
                <a:solidFill>
                  <a:srgbClr val="F59E0B"/>
                </a:solidFill>
              </a:defRPr>
            </a:lvl3pPr>
            <a:lvl4pPr algn="l">
              <a:defRPr sz="1350" b="1">
                <a:solidFill>
                  <a:srgbClr val="F59E0B"/>
                </a:solidFill>
              </a:defRPr>
            </a:lvl4pPr>
            <a:lvl5pPr algn="l">
              <a:defRPr sz="1350" b="1">
                <a:solidFill>
                  <a:srgbClr val="F59E0B"/>
                </a:solidFill>
              </a:defRPr>
            </a:lvl5pPr>
            <a:lvl6pPr algn="l">
              <a:defRPr sz="1350" b="1">
                <a:solidFill>
                  <a:srgbClr val="F59E0B"/>
                </a:solidFill>
              </a:defRPr>
            </a:lvl6pPr>
            <a:lvl7pPr algn="l">
              <a:defRPr sz="1350" b="1">
                <a:solidFill>
                  <a:srgbClr val="F59E0B"/>
                </a:solidFill>
              </a:defRPr>
            </a:lvl7pPr>
            <a:lvl8pPr algn="l">
              <a:defRPr sz="1350" b="1">
                <a:solidFill>
                  <a:srgbClr val="F59E0B"/>
                </a:solidFill>
              </a:defRPr>
            </a:lvl8pPr>
            <a:lvl9pPr algn="l">
              <a:defRPr sz="1350" b="1">
                <a:solidFill>
                  <a:srgbClr val="F59E0B"/>
                </a:solidFill>
              </a:defRPr>
            </a:lvl9pPr>
          </a:lstStyle>
          <a:p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Indexing challenge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7C921-FC98-4FA5-B850-1607407C3FAE}"/>
              </a:ext>
            </a:extLst>
          </p:cNvPr>
          <p:cNvSpPr>
            <a:spLocks noGrp="1"/>
          </p:cNvSpPr>
          <p:nvPr/>
        </p:nvSpPr>
        <p:spPr>
          <a:xfrm>
            <a:off x="704850" y="5410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172033"/>
                </a:solidFill>
              </a:defRPr>
            </a:defPPr>
            <a:lvl1pPr algn="l">
              <a:defRPr sz="1500" b="0">
                <a:solidFill>
                  <a:srgbClr val="172033"/>
                </a:solidFill>
              </a:defRPr>
            </a:lvl1pPr>
            <a:lvl2pPr algn="l">
              <a:defRPr sz="1500" b="0">
                <a:solidFill>
                  <a:srgbClr val="172033"/>
                </a:solidFill>
              </a:defRPr>
            </a:lvl2pPr>
            <a:lvl3pPr algn="l">
              <a:defRPr sz="1500" b="0">
                <a:solidFill>
                  <a:srgbClr val="172033"/>
                </a:solidFill>
              </a:defRPr>
            </a:lvl3pPr>
            <a:lvl4pPr algn="l">
              <a:defRPr sz="1500" b="0">
                <a:solidFill>
                  <a:srgbClr val="172033"/>
                </a:solidFill>
              </a:defRPr>
            </a:lvl4pPr>
            <a:lvl5pPr algn="l">
              <a:defRPr sz="1500" b="0">
                <a:solidFill>
                  <a:srgbClr val="172033"/>
                </a:solidFill>
              </a:defRPr>
            </a:lvl5pPr>
            <a:lvl6pPr algn="l">
              <a:defRPr sz="1500" b="0">
                <a:solidFill>
                  <a:srgbClr val="172033"/>
                </a:solidFill>
              </a:defRPr>
            </a:lvl6pPr>
            <a:lvl7pPr algn="l">
              <a:defRPr sz="1500" b="0">
                <a:solidFill>
                  <a:srgbClr val="172033"/>
                </a:solidFill>
              </a:defRPr>
            </a:lvl7pPr>
            <a:lvl8pPr algn="l">
              <a:defRPr sz="1500" b="0">
                <a:solidFill>
                  <a:srgbClr val="172033"/>
                </a:solidFill>
              </a:defRPr>
            </a:lvl8pPr>
            <a:lvl9pPr algn="l">
              <a:defRPr sz="1500" b="0">
                <a:solidFill>
                  <a:srgbClr val="172033"/>
                </a:solidFill>
              </a:defRPr>
            </a:lvl9pPr>
          </a:lstStyle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 dirty="0">
                <a:solidFill>
                  <a:srgbClr val="172033"/>
                </a:solidFill>
              </a:rPr>
              <a:t>k remains an absolute vector index while the active interval [left, right) becomes smaller.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07470E-AC20-4EC2-9454-B9B77FD70702}"/>
              </a:ext>
            </a:extLst>
          </p:cNvPr>
          <p:cNvSpPr>
            <a:spLocks noGrp="1"/>
          </p:cNvSpPr>
          <p:nvPr/>
        </p:nvSpPr>
        <p:spPr>
          <a:xfrm>
            <a:off x="8096250" y="525780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5B6474"/>
                </a:solidFill>
              </a:defRPr>
            </a:defPPr>
            <a:lvl1pPr algn="ctr">
              <a:defRPr sz="1275" b="1">
                <a:solidFill>
                  <a:srgbClr val="5B6474"/>
                </a:solidFill>
              </a:defRPr>
            </a:lvl1pPr>
            <a:lvl2pPr algn="ctr">
              <a:defRPr sz="1275" b="1">
                <a:solidFill>
                  <a:srgbClr val="5B6474"/>
                </a:solidFill>
              </a:defRPr>
            </a:lvl2pPr>
            <a:lvl3pPr algn="ctr">
              <a:defRPr sz="1275" b="1">
                <a:solidFill>
                  <a:srgbClr val="5B6474"/>
                </a:solidFill>
              </a:defRPr>
            </a:lvl3pPr>
            <a:lvl4pPr algn="ctr">
              <a:defRPr sz="1275" b="1">
                <a:solidFill>
                  <a:srgbClr val="5B6474"/>
                </a:solidFill>
              </a:defRPr>
            </a:lvl4pPr>
            <a:lvl5pPr algn="ctr">
              <a:defRPr sz="1275" b="1">
                <a:solidFill>
                  <a:srgbClr val="5B6474"/>
                </a:solidFill>
              </a:defRPr>
            </a:lvl5pPr>
            <a:lvl6pPr algn="ctr">
              <a:defRPr sz="1275" b="1">
                <a:solidFill>
                  <a:srgbClr val="5B6474"/>
                </a:solidFill>
              </a:defRPr>
            </a:lvl6pPr>
            <a:lvl7pPr algn="ctr">
              <a:defRPr sz="1275" b="1">
                <a:solidFill>
                  <a:srgbClr val="5B6474"/>
                </a:solidFill>
              </a:defRPr>
            </a:lvl7pPr>
            <a:lvl8pPr algn="ctr">
              <a:defRPr sz="1275" b="1">
                <a:solidFill>
                  <a:srgbClr val="5B6474"/>
                </a:solidFill>
              </a:defRPr>
            </a:lvl8pPr>
            <a:lvl9pPr algn="ctr">
              <a:defRPr sz="1275" b="1">
                <a:solidFill>
                  <a:srgbClr val="5B6474"/>
                </a:solidFill>
              </a:defRPr>
            </a:lvl9pPr>
          </a:lstStyle>
          <a:p>
            <a:pPr algn="ctr">
              <a:defRPr sz="1275" b="1">
                <a:solidFill>
                  <a:srgbClr val="5B6474"/>
                </a:solidFill>
              </a:defRPr>
            </a:pPr>
            <a:r>
              <a:rPr sz="1275" b="1">
                <a:solidFill>
                  <a:srgbClr val="5B6474"/>
                </a:solidFill>
              </a:rPr>
              <a:t>Tests: incomplete final group, boundary ranks and duplicates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794F30-3CF9-4012-A909-AD16222CF46E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D25B24-0BC2-4ED2-A2E2-2545996F23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483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8C081EF-6CAA-4AE2-8664-3D66B846D88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RANDOMISED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CE9471-6869-457B-ADC2-E364E0FECD36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Randomised Quickselect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1CE5AD-F4AD-4C0F-8204-7E5818A1803C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Colin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98F93-8A0A-4886-965E-2303CA351461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6BB03-4EED-49FA-BD82-455246D6E44E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875" b="1">
                <a:solidFill>
                  <a:srgbClr val="14213D"/>
                </a:solidFill>
              </a:defRPr>
            </a:defPPr>
            <a:lvl1pPr algn="l">
              <a:defRPr sz="1875" b="1">
                <a:solidFill>
                  <a:srgbClr val="14213D"/>
                </a:solidFill>
              </a:defRPr>
            </a:lvl1pPr>
            <a:lvl2pPr algn="l">
              <a:defRPr sz="1875" b="1">
                <a:solidFill>
                  <a:srgbClr val="14213D"/>
                </a:solidFill>
              </a:defRPr>
            </a:lvl2pPr>
            <a:lvl3pPr algn="l">
              <a:defRPr sz="1875" b="1">
                <a:solidFill>
                  <a:srgbClr val="14213D"/>
                </a:solidFill>
              </a:defRPr>
            </a:lvl3pPr>
            <a:lvl4pPr algn="l">
              <a:defRPr sz="1875" b="1">
                <a:solidFill>
                  <a:srgbClr val="14213D"/>
                </a:solidFill>
              </a:defRPr>
            </a:lvl4pPr>
            <a:lvl5pPr algn="l">
              <a:defRPr sz="1875" b="1">
                <a:solidFill>
                  <a:srgbClr val="14213D"/>
                </a:solidFill>
              </a:defRPr>
            </a:lvl5pPr>
            <a:lvl6pPr algn="l">
              <a:defRPr sz="1875" b="1">
                <a:solidFill>
                  <a:srgbClr val="14213D"/>
                </a:solidFill>
              </a:defRPr>
            </a:lvl6pPr>
            <a:lvl7pPr algn="l">
              <a:defRPr sz="1875" b="1">
                <a:solidFill>
                  <a:srgbClr val="14213D"/>
                </a:solidFill>
              </a:defRPr>
            </a:lvl7pPr>
            <a:lvl8pPr algn="l">
              <a:defRPr sz="1875" b="1">
                <a:solidFill>
                  <a:srgbClr val="14213D"/>
                </a:solidFill>
              </a:defRPr>
            </a:lvl8pPr>
            <a:lvl9pPr algn="l">
              <a:defRPr sz="1875" b="1">
                <a:solidFill>
                  <a:srgbClr val="14213D"/>
                </a:solidFill>
              </a:defRPr>
            </a:lvl9pPr>
          </a:lstStyle>
          <a:p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Choose one pivot index uniformly from the active interval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C71B0D-380D-4757-9F5C-C086163C0875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0DDE4-062D-458C-82F7-5BA4FC971B59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BC2DF2-AAE7-48D1-BAB1-E59149058A43}"/>
              </a:ext>
            </a:extLst>
          </p:cNvPr>
          <p:cNvSpPr>
            <a:spLocks noGrp="1"/>
          </p:cNvSpPr>
          <p:nvPr/>
        </p:nvSpPr>
        <p:spPr>
          <a:xfrm>
            <a:off x="15811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C3427-4001-447B-8EE0-CB358F664C19}"/>
              </a:ext>
            </a:extLst>
          </p:cNvPr>
          <p:cNvSpPr>
            <a:spLocks noGrp="1"/>
          </p:cNvSpPr>
          <p:nvPr/>
        </p:nvSpPr>
        <p:spPr>
          <a:xfrm>
            <a:off x="15811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11EF5C-CB46-4106-BA38-D10AB9B2BEEF}"/>
              </a:ext>
            </a:extLst>
          </p:cNvPr>
          <p:cNvSpPr>
            <a:spLocks noGrp="1"/>
          </p:cNvSpPr>
          <p:nvPr/>
        </p:nvSpPr>
        <p:spPr>
          <a:xfrm>
            <a:off x="24955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ECD088-2300-4259-9ECD-C2AE9B3AA79B}"/>
              </a:ext>
            </a:extLst>
          </p:cNvPr>
          <p:cNvSpPr>
            <a:spLocks noGrp="1"/>
          </p:cNvSpPr>
          <p:nvPr/>
        </p:nvSpPr>
        <p:spPr>
          <a:xfrm>
            <a:off x="24955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8918F6-3BAA-439A-92D5-4F564BFB9DEE}"/>
              </a:ext>
            </a:extLst>
          </p:cNvPr>
          <p:cNvSpPr>
            <a:spLocks noGrp="1"/>
          </p:cNvSpPr>
          <p:nvPr/>
        </p:nvSpPr>
        <p:spPr>
          <a:xfrm>
            <a:off x="34099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BF4542-D610-4D6A-9993-3B7F09FEA6DA}"/>
              </a:ext>
            </a:extLst>
          </p:cNvPr>
          <p:cNvSpPr>
            <a:spLocks noGrp="1"/>
          </p:cNvSpPr>
          <p:nvPr/>
        </p:nvSpPr>
        <p:spPr>
          <a:xfrm>
            <a:off x="34099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D9777D-F12C-46EA-8DF8-26CB67C2CA2E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B314C4-3567-4B54-A358-74D3AC8902EB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79E52E-55CF-4ED8-A160-069A1F5E4D42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5A6DE6-9620-40DE-8F28-46B7EB0B9722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AB6A43-F121-463F-9606-CD735296B30E}"/>
              </a:ext>
            </a:extLst>
          </p:cNvPr>
          <p:cNvSpPr>
            <a:spLocks noGrp="1"/>
          </p:cNvSpPr>
          <p:nvPr/>
        </p:nvSpPr>
        <p:spPr>
          <a:xfrm>
            <a:off x="6153150" y="2190750"/>
            <a:ext cx="8572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8C5A80-73D7-4F04-B557-B2689F4D6733}"/>
              </a:ext>
            </a:extLst>
          </p:cNvPr>
          <p:cNvSpPr>
            <a:spLocks noGrp="1"/>
          </p:cNvSpPr>
          <p:nvPr/>
        </p:nvSpPr>
        <p:spPr>
          <a:xfrm>
            <a:off x="6153150" y="219075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209FFA-9AC7-464F-8418-06D91540D5FD}"/>
              </a:ext>
            </a:extLst>
          </p:cNvPr>
          <p:cNvSpPr>
            <a:spLocks noGrp="1"/>
          </p:cNvSpPr>
          <p:nvPr/>
        </p:nvSpPr>
        <p:spPr>
          <a:xfrm>
            <a:off x="7620000" y="224790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F59E0B"/>
                </a:solidFill>
              </a:defRPr>
            </a:defPPr>
            <a:lvl1pPr algn="ctr">
              <a:defRPr sz="1800" b="1">
                <a:solidFill>
                  <a:srgbClr val="F59E0B"/>
                </a:solidFill>
              </a:defRPr>
            </a:lvl1pPr>
            <a:lvl2pPr algn="ctr">
              <a:defRPr sz="1800" b="1">
                <a:solidFill>
                  <a:srgbClr val="F59E0B"/>
                </a:solidFill>
              </a:defRPr>
            </a:lvl2pPr>
            <a:lvl3pPr algn="ctr">
              <a:defRPr sz="1800" b="1">
                <a:solidFill>
                  <a:srgbClr val="F59E0B"/>
                </a:solidFill>
              </a:defRPr>
            </a:lvl3pPr>
            <a:lvl4pPr algn="ctr">
              <a:defRPr sz="1800" b="1">
                <a:solidFill>
                  <a:srgbClr val="F59E0B"/>
                </a:solidFill>
              </a:defRPr>
            </a:lvl4pPr>
            <a:lvl5pPr algn="ctr">
              <a:defRPr sz="1800" b="1">
                <a:solidFill>
                  <a:srgbClr val="F59E0B"/>
                </a:solidFill>
              </a:defRPr>
            </a:lvl5pPr>
            <a:lvl6pPr algn="ctr">
              <a:defRPr sz="1800" b="1">
                <a:solidFill>
                  <a:srgbClr val="F59E0B"/>
                </a:solidFill>
              </a:defRPr>
            </a:lvl6pPr>
            <a:lvl7pPr algn="ctr">
              <a:defRPr sz="1800" b="1">
                <a:solidFill>
                  <a:srgbClr val="F59E0B"/>
                </a:solidFill>
              </a:defRPr>
            </a:lvl7pPr>
            <a:lvl8pPr algn="ctr">
              <a:defRPr sz="1800" b="1">
                <a:solidFill>
                  <a:srgbClr val="F59E0B"/>
                </a:solidFill>
              </a:defRPr>
            </a:lvl8pPr>
            <a:lvl9pPr algn="ctr">
              <a:defRPr sz="1800" b="1">
                <a:solidFill>
                  <a:srgbClr val="F59E0B"/>
                </a:solidFill>
              </a:defRPr>
            </a:lvl9pPr>
          </a:lstStyle>
          <a:p>
            <a:pPr algn="ctr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random pivot = 7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029C26-0250-423D-A64A-FECB9DFAC2B4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857500" cy="114300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F953C3-5E99-4E10-AEA4-8AD5BE46D76A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2563EB"/>
                </a:solidFill>
              </a:defRPr>
            </a:defPPr>
            <a:lvl1pPr algn="ctr">
              <a:defRPr sz="1425" b="1">
                <a:solidFill>
                  <a:srgbClr val="2563EB"/>
                </a:solidFill>
              </a:defRPr>
            </a:lvl1pPr>
            <a:lvl2pPr algn="ctr">
              <a:defRPr sz="1425" b="1">
                <a:solidFill>
                  <a:srgbClr val="2563EB"/>
                </a:solidFill>
              </a:defRPr>
            </a:lvl2pPr>
            <a:lvl3pPr algn="ctr">
              <a:defRPr sz="1425" b="1">
                <a:solidFill>
                  <a:srgbClr val="2563EB"/>
                </a:solidFill>
              </a:defRPr>
            </a:lvl3pPr>
            <a:lvl4pPr algn="ctr">
              <a:defRPr sz="1425" b="1">
                <a:solidFill>
                  <a:srgbClr val="2563EB"/>
                </a:solidFill>
              </a:defRPr>
            </a:lvl4pPr>
            <a:lvl5pPr algn="ctr">
              <a:defRPr sz="1425" b="1">
                <a:solidFill>
                  <a:srgbClr val="2563EB"/>
                </a:solidFill>
              </a:defRPr>
            </a:lvl5pPr>
            <a:lvl6pPr algn="ctr">
              <a:defRPr sz="1425" b="1">
                <a:solidFill>
                  <a:srgbClr val="2563EB"/>
                </a:solidFill>
              </a:defRPr>
            </a:lvl6pPr>
            <a:lvl7pPr algn="ctr">
              <a:defRPr sz="1425" b="1">
                <a:solidFill>
                  <a:srgbClr val="2563EB"/>
                </a:solidFill>
              </a:defRPr>
            </a:lvl7pPr>
            <a:lvl8pPr algn="ctr">
              <a:defRPr sz="1425" b="1">
                <a:solidFill>
                  <a:srgbClr val="2563EB"/>
                </a:solidFill>
              </a:defRPr>
            </a:lvl8pPr>
            <a:lvl9pPr algn="ctr">
              <a:defRPr sz="1425" b="1">
                <a:solidFill>
                  <a:srgbClr val="2563EB"/>
                </a:solidFill>
              </a:defRPr>
            </a:lvl9pPr>
          </a:lstStyle>
          <a:p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Smaller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CEFD29-7B0D-4469-B8A1-3BBEFBE4DE39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172033"/>
                </a:solidFill>
              </a:defRPr>
            </a:defPPr>
            <a:lvl1pPr algn="ctr">
              <a:defRPr sz="1800" b="1">
                <a:solidFill>
                  <a:srgbClr val="172033"/>
                </a:solidFill>
              </a:defRPr>
            </a:lvl1pPr>
            <a:lvl2pPr algn="ctr">
              <a:defRPr sz="1800" b="1">
                <a:solidFill>
                  <a:srgbClr val="172033"/>
                </a:solidFill>
              </a:defRPr>
            </a:lvl2pPr>
            <a:lvl3pPr algn="ctr">
              <a:defRPr sz="1800" b="1">
                <a:solidFill>
                  <a:srgbClr val="172033"/>
                </a:solidFill>
              </a:defRPr>
            </a:lvl3pPr>
            <a:lvl4pPr algn="ctr">
              <a:defRPr sz="1800" b="1">
                <a:solidFill>
                  <a:srgbClr val="172033"/>
                </a:solidFill>
              </a:defRPr>
            </a:lvl4pPr>
            <a:lvl5pPr algn="ctr">
              <a:defRPr sz="1800" b="1">
                <a:solidFill>
                  <a:srgbClr val="172033"/>
                </a:solidFill>
              </a:defRPr>
            </a:lvl5pPr>
            <a:lvl6pPr algn="ctr">
              <a:defRPr sz="1800" b="1">
                <a:solidFill>
                  <a:srgbClr val="172033"/>
                </a:solidFill>
              </a:defRPr>
            </a:lvl6pPr>
            <a:lvl7pPr algn="ctr">
              <a:defRPr sz="1800" b="1">
                <a:solidFill>
                  <a:srgbClr val="172033"/>
                </a:solidFill>
              </a:defRPr>
            </a:lvl7pPr>
            <a:lvl8pPr algn="ctr">
              <a:defRPr sz="1800" b="1">
                <a:solidFill>
                  <a:srgbClr val="172033"/>
                </a:solidFill>
              </a:defRPr>
            </a:lvl8pPr>
            <a:lvl9pPr algn="ctr">
              <a:defRPr sz="1800" b="1">
                <a:solidFill>
                  <a:srgbClr val="172033"/>
                </a:solidFill>
              </a:defRPr>
            </a:lvl9pPr>
          </a:lstStyle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2  4  4  1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BF9DD7-50C1-46BA-A79D-B7FC566E76D4}"/>
              </a:ext>
            </a:extLst>
          </p:cNvPr>
          <p:cNvSpPr>
            <a:spLocks noGrp="1"/>
          </p:cNvSpPr>
          <p:nvPr/>
        </p:nvSpPr>
        <p:spPr>
          <a:xfrm>
            <a:off x="3905250" y="33337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D36331-7C54-4EF1-8FE3-FC4D8C43D26A}"/>
              </a:ext>
            </a:extLst>
          </p:cNvPr>
          <p:cNvSpPr>
            <a:spLocks noGrp="1"/>
          </p:cNvSpPr>
          <p:nvPr/>
        </p:nvSpPr>
        <p:spPr>
          <a:xfrm>
            <a:off x="4095750" y="34956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F59E0B"/>
                </a:solidFill>
              </a:defRPr>
            </a:defPPr>
            <a:lvl1pPr algn="ctr">
              <a:defRPr sz="1425" b="1">
                <a:solidFill>
                  <a:srgbClr val="F59E0B"/>
                </a:solidFill>
              </a:defRPr>
            </a:lvl1pPr>
            <a:lvl2pPr algn="ctr">
              <a:defRPr sz="1425" b="1">
                <a:solidFill>
                  <a:srgbClr val="F59E0B"/>
                </a:solidFill>
              </a:defRPr>
            </a:lvl2pPr>
            <a:lvl3pPr algn="ctr">
              <a:defRPr sz="1425" b="1">
                <a:solidFill>
                  <a:srgbClr val="F59E0B"/>
                </a:solidFill>
              </a:defRPr>
            </a:lvl3pPr>
            <a:lvl4pPr algn="ctr">
              <a:defRPr sz="1425" b="1">
                <a:solidFill>
                  <a:srgbClr val="F59E0B"/>
                </a:solidFill>
              </a:defRPr>
            </a:lvl4pPr>
            <a:lvl5pPr algn="ctr">
              <a:defRPr sz="1425" b="1">
                <a:solidFill>
                  <a:srgbClr val="F59E0B"/>
                </a:solidFill>
              </a:defRPr>
            </a:lvl5pPr>
            <a:lvl6pPr algn="ctr">
              <a:defRPr sz="1425" b="1">
                <a:solidFill>
                  <a:srgbClr val="F59E0B"/>
                </a:solidFill>
              </a:defRPr>
            </a:lvl6pPr>
            <a:lvl7pPr algn="ctr">
              <a:defRPr sz="1425" b="1">
                <a:solidFill>
                  <a:srgbClr val="F59E0B"/>
                </a:solidFill>
              </a:defRPr>
            </a:lvl7pPr>
            <a:lvl8pPr algn="ctr">
              <a:defRPr sz="1425" b="1">
                <a:solidFill>
                  <a:srgbClr val="F59E0B"/>
                </a:solidFill>
              </a:defRPr>
            </a:lvl8pPr>
            <a:lvl9pPr algn="ctr">
              <a:defRPr sz="1425" b="1">
                <a:solidFill>
                  <a:srgbClr val="F59E0B"/>
                </a:solidFill>
              </a:defRPr>
            </a:lvl9pPr>
          </a:lstStyle>
          <a:p>
            <a:pPr algn="ctr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Equal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253A10-9198-4A60-B1E1-5409208BDB0A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172033"/>
                </a:solidFill>
              </a:defRPr>
            </a:defPPr>
            <a:lvl1pPr algn="ctr">
              <a:defRPr sz="1800" b="1">
                <a:solidFill>
                  <a:srgbClr val="172033"/>
                </a:solidFill>
              </a:defRPr>
            </a:lvl1pPr>
            <a:lvl2pPr algn="ctr">
              <a:defRPr sz="1800" b="1">
                <a:solidFill>
                  <a:srgbClr val="172033"/>
                </a:solidFill>
              </a:defRPr>
            </a:lvl2pPr>
            <a:lvl3pPr algn="ctr">
              <a:defRPr sz="1800" b="1">
                <a:solidFill>
                  <a:srgbClr val="172033"/>
                </a:solidFill>
              </a:defRPr>
            </a:lvl3pPr>
            <a:lvl4pPr algn="ctr">
              <a:defRPr sz="1800" b="1">
                <a:solidFill>
                  <a:srgbClr val="172033"/>
                </a:solidFill>
              </a:defRPr>
            </a:lvl4pPr>
            <a:lvl5pPr algn="ctr">
              <a:defRPr sz="1800" b="1">
                <a:solidFill>
                  <a:srgbClr val="172033"/>
                </a:solidFill>
              </a:defRPr>
            </a:lvl5pPr>
            <a:lvl6pPr algn="ctr">
              <a:defRPr sz="1800" b="1">
                <a:solidFill>
                  <a:srgbClr val="172033"/>
                </a:solidFill>
              </a:defRPr>
            </a:lvl6pPr>
            <a:lvl7pPr algn="ctr">
              <a:defRPr sz="1800" b="1">
                <a:solidFill>
                  <a:srgbClr val="172033"/>
                </a:solidFill>
              </a:defRPr>
            </a:lvl7pPr>
            <a:lvl8pPr algn="ctr">
              <a:defRPr sz="1800" b="1">
                <a:solidFill>
                  <a:srgbClr val="172033"/>
                </a:solidFill>
              </a:defRPr>
            </a:lvl8pPr>
            <a:lvl9pPr algn="ctr">
              <a:defRPr sz="1800" b="1">
                <a:solidFill>
                  <a:srgbClr val="172033"/>
                </a:solidFill>
              </a:defRPr>
            </a:lvl9pPr>
          </a:lstStyle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03D77B-068A-446B-B0BD-2407B9BF936B}"/>
              </a:ext>
            </a:extLst>
          </p:cNvPr>
          <p:cNvSpPr>
            <a:spLocks noGrp="1"/>
          </p:cNvSpPr>
          <p:nvPr/>
        </p:nvSpPr>
        <p:spPr>
          <a:xfrm>
            <a:off x="6858000" y="3333750"/>
            <a:ext cx="3714750" cy="1143000"/>
          </a:xfrm>
          <a:prstGeom prst="roundRect">
            <a:avLst>
              <a:gd name="adj" fmla="val 6667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8664D2-5AA6-42DB-83EF-3EBA590541EF}"/>
              </a:ext>
            </a:extLst>
          </p:cNvPr>
          <p:cNvSpPr>
            <a:spLocks noGrp="1"/>
          </p:cNvSpPr>
          <p:nvPr/>
        </p:nvSpPr>
        <p:spPr>
          <a:xfrm>
            <a:off x="7048500" y="349567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059669"/>
                </a:solidFill>
              </a:defRPr>
            </a:defPPr>
            <a:lvl1pPr algn="ctr">
              <a:defRPr sz="1425" b="1">
                <a:solidFill>
                  <a:srgbClr val="059669"/>
                </a:solidFill>
              </a:defRPr>
            </a:lvl1pPr>
            <a:lvl2pPr algn="ctr">
              <a:defRPr sz="1425" b="1">
                <a:solidFill>
                  <a:srgbClr val="059669"/>
                </a:solidFill>
              </a:defRPr>
            </a:lvl2pPr>
            <a:lvl3pPr algn="ctr">
              <a:defRPr sz="1425" b="1">
                <a:solidFill>
                  <a:srgbClr val="059669"/>
                </a:solidFill>
              </a:defRPr>
            </a:lvl3pPr>
            <a:lvl4pPr algn="ctr">
              <a:defRPr sz="1425" b="1">
                <a:solidFill>
                  <a:srgbClr val="059669"/>
                </a:solidFill>
              </a:defRPr>
            </a:lvl4pPr>
            <a:lvl5pPr algn="ctr">
              <a:defRPr sz="1425" b="1">
                <a:solidFill>
                  <a:srgbClr val="059669"/>
                </a:solidFill>
              </a:defRPr>
            </a:lvl5pPr>
            <a:lvl6pPr algn="ctr">
              <a:defRPr sz="1425" b="1">
                <a:solidFill>
                  <a:srgbClr val="059669"/>
                </a:solidFill>
              </a:defRPr>
            </a:lvl6pPr>
            <a:lvl7pPr algn="ctr">
              <a:defRPr sz="1425" b="1">
                <a:solidFill>
                  <a:srgbClr val="059669"/>
                </a:solidFill>
              </a:defRPr>
            </a:lvl7pPr>
            <a:lvl8pPr algn="ctr">
              <a:defRPr sz="1425" b="1">
                <a:solidFill>
                  <a:srgbClr val="059669"/>
                </a:solidFill>
              </a:defRPr>
            </a:lvl8pPr>
            <a:lvl9pPr algn="ctr">
              <a:defRPr sz="1425" b="1">
                <a:solidFill>
                  <a:srgbClr val="059669"/>
                </a:solidFill>
              </a:defRPr>
            </a:lvl9pPr>
          </a:lstStyle>
          <a:p>
            <a:pPr algn="ctr"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Larger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CF9354-FB29-4656-85D4-061EFEB47197}"/>
              </a:ext>
            </a:extLst>
          </p:cNvPr>
          <p:cNvSpPr>
            <a:spLocks noGrp="1"/>
          </p:cNvSpPr>
          <p:nvPr/>
        </p:nvSpPr>
        <p:spPr>
          <a:xfrm>
            <a:off x="7048500" y="39052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172033"/>
                </a:solidFill>
              </a:defRPr>
            </a:defPPr>
            <a:lvl1pPr algn="ctr">
              <a:defRPr sz="1800" b="1">
                <a:solidFill>
                  <a:srgbClr val="172033"/>
                </a:solidFill>
              </a:defRPr>
            </a:lvl1pPr>
            <a:lvl2pPr algn="ctr">
              <a:defRPr sz="1800" b="1">
                <a:solidFill>
                  <a:srgbClr val="172033"/>
                </a:solidFill>
              </a:defRPr>
            </a:lvl2pPr>
            <a:lvl3pPr algn="ctr">
              <a:defRPr sz="1800" b="1">
                <a:solidFill>
                  <a:srgbClr val="172033"/>
                </a:solidFill>
              </a:defRPr>
            </a:lvl3pPr>
            <a:lvl4pPr algn="ctr">
              <a:defRPr sz="1800" b="1">
                <a:solidFill>
                  <a:srgbClr val="172033"/>
                </a:solidFill>
              </a:defRPr>
            </a:lvl4pPr>
            <a:lvl5pPr algn="ctr">
              <a:defRPr sz="1800" b="1">
                <a:solidFill>
                  <a:srgbClr val="172033"/>
                </a:solidFill>
              </a:defRPr>
            </a:lvl5pPr>
            <a:lvl6pPr algn="ctr">
              <a:defRPr sz="1800" b="1">
                <a:solidFill>
                  <a:srgbClr val="172033"/>
                </a:solidFill>
              </a:defRPr>
            </a:lvl6pPr>
            <a:lvl7pPr algn="ctr">
              <a:defRPr sz="1800" b="1">
                <a:solidFill>
                  <a:srgbClr val="172033"/>
                </a:solidFill>
              </a:defRPr>
            </a:lvl7pPr>
            <a:lvl8pPr algn="ctr">
              <a:defRPr sz="1800" b="1">
                <a:solidFill>
                  <a:srgbClr val="172033"/>
                </a:solidFill>
              </a:defRPr>
            </a:lvl8pPr>
            <a:lvl9pPr algn="ctr">
              <a:defRPr sz="1800" b="1">
                <a:solidFill>
                  <a:srgbClr val="172033"/>
                </a:solidFill>
              </a:defRPr>
            </a:lvl9pPr>
          </a:lstStyle>
          <a:p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9  8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87DD2-D0D2-479D-9B9B-81A4FAF28348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325" b="1">
                <a:solidFill>
                  <a:srgbClr val="059669"/>
                </a:solidFill>
              </a:defRPr>
            </a:defPPr>
            <a:lvl1pPr algn="ctr">
              <a:defRPr sz="2325" b="1">
                <a:solidFill>
                  <a:srgbClr val="059669"/>
                </a:solidFill>
              </a:defRPr>
            </a:lvl1pPr>
            <a:lvl2pPr algn="ctr">
              <a:defRPr sz="2325" b="1">
                <a:solidFill>
                  <a:srgbClr val="059669"/>
                </a:solidFill>
              </a:defRPr>
            </a:lvl2pPr>
            <a:lvl3pPr algn="ctr">
              <a:defRPr sz="2325" b="1">
                <a:solidFill>
                  <a:srgbClr val="059669"/>
                </a:solidFill>
              </a:defRPr>
            </a:lvl3pPr>
            <a:lvl4pPr algn="ctr">
              <a:defRPr sz="2325" b="1">
                <a:solidFill>
                  <a:srgbClr val="059669"/>
                </a:solidFill>
              </a:defRPr>
            </a:lvl4pPr>
            <a:lvl5pPr algn="ctr">
              <a:defRPr sz="2325" b="1">
                <a:solidFill>
                  <a:srgbClr val="059669"/>
                </a:solidFill>
              </a:defRPr>
            </a:lvl5pPr>
            <a:lvl6pPr algn="ctr">
              <a:defRPr sz="2325" b="1">
                <a:solidFill>
                  <a:srgbClr val="059669"/>
                </a:solidFill>
              </a:defRPr>
            </a:lvl6pPr>
            <a:lvl7pPr algn="ctr">
              <a:defRPr sz="2325" b="1">
                <a:solidFill>
                  <a:srgbClr val="059669"/>
                </a:solidFill>
              </a:defRPr>
            </a:lvl7pPr>
            <a:lvl8pPr algn="ctr">
              <a:defRPr sz="2325" b="1">
                <a:solidFill>
                  <a:srgbClr val="059669"/>
                </a:solidFill>
              </a:defRPr>
            </a:lvl8pPr>
            <a:lvl9pPr algn="ctr">
              <a:defRPr sz="2325" b="1">
                <a:solidFill>
                  <a:srgbClr val="059669"/>
                </a:solidFill>
              </a:defRPr>
            </a:lvl9pPr>
          </a:lstStyle>
          <a:p>
            <a:pPr algn="ctr">
              <a:defRPr sz="2325" b="1">
                <a:solidFill>
                  <a:srgbClr val="059669"/>
                </a:solidFill>
              </a:defRPr>
            </a:pPr>
            <a:r>
              <a:rPr sz="2325" b="1">
                <a:solidFill>
                  <a:srgbClr val="059669"/>
                </a:solidFill>
              </a:rPr>
              <a:t>Expected O(n)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9B0162-D276-4F56-94C0-1431A796023B}"/>
              </a:ext>
            </a:extLst>
          </p:cNvPr>
          <p:cNvSpPr>
            <a:spLocks noGrp="1"/>
          </p:cNvSpPr>
          <p:nvPr/>
        </p:nvSpPr>
        <p:spPr>
          <a:xfrm>
            <a:off x="4476750" y="51435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2563EB"/>
                </a:solidFill>
              </a:defRPr>
            </a:defPPr>
            <a:lvl1pPr algn="ctr">
              <a:defRPr sz="1875" b="1">
                <a:solidFill>
                  <a:srgbClr val="2563EB"/>
                </a:solidFill>
              </a:defRPr>
            </a:lvl1pPr>
            <a:lvl2pPr algn="ctr">
              <a:defRPr sz="1875" b="1">
                <a:solidFill>
                  <a:srgbClr val="2563EB"/>
                </a:solidFill>
              </a:defRPr>
            </a:lvl2pPr>
            <a:lvl3pPr algn="ctr">
              <a:defRPr sz="1875" b="1">
                <a:solidFill>
                  <a:srgbClr val="2563EB"/>
                </a:solidFill>
              </a:defRPr>
            </a:lvl3pPr>
            <a:lvl4pPr algn="ctr">
              <a:defRPr sz="1875" b="1">
                <a:solidFill>
                  <a:srgbClr val="2563EB"/>
                </a:solidFill>
              </a:defRPr>
            </a:lvl4pPr>
            <a:lvl5pPr algn="ctr">
              <a:defRPr sz="1875" b="1">
                <a:solidFill>
                  <a:srgbClr val="2563EB"/>
                </a:solidFill>
              </a:defRPr>
            </a:lvl5pPr>
            <a:lvl6pPr algn="ctr">
              <a:defRPr sz="1875" b="1">
                <a:solidFill>
                  <a:srgbClr val="2563EB"/>
                </a:solidFill>
              </a:defRPr>
            </a:lvl6pPr>
            <a:lvl7pPr algn="ctr">
              <a:defRPr sz="1875" b="1">
                <a:solidFill>
                  <a:srgbClr val="2563EB"/>
                </a:solidFill>
              </a:defRPr>
            </a:lvl7pPr>
            <a:lvl8pPr algn="ctr">
              <a:defRPr sz="1875" b="1">
                <a:solidFill>
                  <a:srgbClr val="2563EB"/>
                </a:solidFill>
              </a:defRPr>
            </a:lvl8pPr>
            <a:lvl9pPr algn="ctr">
              <a:defRPr sz="1875" b="1">
                <a:solidFill>
                  <a:srgbClr val="2563EB"/>
                </a:solidFill>
              </a:defRPr>
            </a:lvl9pPr>
          </a:lstStyle>
          <a:p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Cheap pivot selection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E1E86B-A3B6-4D27-B882-A09B1DD90537}"/>
              </a:ext>
            </a:extLst>
          </p:cNvPr>
          <p:cNvSpPr>
            <a:spLocks noGrp="1"/>
          </p:cNvSpPr>
          <p:nvPr/>
        </p:nvSpPr>
        <p:spPr>
          <a:xfrm>
            <a:off x="8096250" y="514350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DC2626"/>
                </a:solidFill>
              </a:defRPr>
            </a:defPPr>
            <a:lvl1pPr algn="ctr">
              <a:defRPr sz="2100" b="1">
                <a:solidFill>
                  <a:srgbClr val="DC2626"/>
                </a:solidFill>
              </a:defRPr>
            </a:lvl1pPr>
            <a:lvl2pPr algn="ctr">
              <a:defRPr sz="2100" b="1">
                <a:solidFill>
                  <a:srgbClr val="DC2626"/>
                </a:solidFill>
              </a:defRPr>
            </a:lvl2pPr>
            <a:lvl3pPr algn="ctr">
              <a:defRPr sz="2100" b="1">
                <a:solidFill>
                  <a:srgbClr val="DC2626"/>
                </a:solidFill>
              </a:defRPr>
            </a:lvl3pPr>
            <a:lvl4pPr algn="ctr">
              <a:defRPr sz="2100" b="1">
                <a:solidFill>
                  <a:srgbClr val="DC2626"/>
                </a:solidFill>
              </a:defRPr>
            </a:lvl4pPr>
            <a:lvl5pPr algn="ctr">
              <a:defRPr sz="2100" b="1">
                <a:solidFill>
                  <a:srgbClr val="DC2626"/>
                </a:solidFill>
              </a:defRPr>
            </a:lvl5pPr>
            <a:lvl6pPr algn="ctr">
              <a:defRPr sz="2100" b="1">
                <a:solidFill>
                  <a:srgbClr val="DC2626"/>
                </a:solidFill>
              </a:defRPr>
            </a:lvl6pPr>
            <a:lvl7pPr algn="ctr">
              <a:defRPr sz="2100" b="1">
                <a:solidFill>
                  <a:srgbClr val="DC2626"/>
                </a:solidFill>
              </a:defRPr>
            </a:lvl7pPr>
            <a:lvl8pPr algn="ctr">
              <a:defRPr sz="2100" b="1">
                <a:solidFill>
                  <a:srgbClr val="DC2626"/>
                </a:solidFill>
              </a:defRPr>
            </a:lvl8pPr>
            <a:lvl9pPr algn="ctr">
              <a:defRPr sz="2100" b="1">
                <a:solidFill>
                  <a:srgbClr val="DC2626"/>
                </a:solidFill>
              </a:defRPr>
            </a:lvl9pPr>
          </a:lstStyle>
          <a:p>
            <a:pPr algn="ctr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Worst case O(n²)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D9B85E-460C-466C-A64C-1A15DB6D4793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9D51C5-5270-4860-8EA8-CFE72DDDCC8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85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DB8ED29-22AD-4267-8846-C5AAE3EDD61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QUICKSELECT DEEP DIVE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B3C6A-F43E-461E-B689-42895B6E14FC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What makes Quickselect fast and risky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280E7-B200-476F-8B29-63DBFDE1AEBE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Colin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E110C-043D-4659-B678-2EF87E893A7E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F4B55-32DC-4C32-82F4-03A8AB70CBC3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59669"/>
                </a:solidFill>
              </a:defRPr>
            </a:defPPr>
            <a:lvl1pPr algn="ctr">
              <a:defRPr sz="1725" b="1">
                <a:solidFill>
                  <a:srgbClr val="059669"/>
                </a:solidFill>
              </a:defRPr>
            </a:lvl1pPr>
            <a:lvl2pPr algn="ctr">
              <a:defRPr sz="1725" b="1">
                <a:solidFill>
                  <a:srgbClr val="059669"/>
                </a:solidFill>
              </a:defRPr>
            </a:lvl2pPr>
            <a:lvl3pPr algn="ctr">
              <a:defRPr sz="1725" b="1">
                <a:solidFill>
                  <a:srgbClr val="059669"/>
                </a:solidFill>
              </a:defRPr>
            </a:lvl3pPr>
            <a:lvl4pPr algn="ctr">
              <a:defRPr sz="1725" b="1">
                <a:solidFill>
                  <a:srgbClr val="059669"/>
                </a:solidFill>
              </a:defRPr>
            </a:lvl4pPr>
            <a:lvl5pPr algn="ctr">
              <a:defRPr sz="1725" b="1">
                <a:solidFill>
                  <a:srgbClr val="059669"/>
                </a:solidFill>
              </a:defRPr>
            </a:lvl5pPr>
            <a:lvl6pPr algn="ctr">
              <a:defRPr sz="1725" b="1">
                <a:solidFill>
                  <a:srgbClr val="059669"/>
                </a:solidFill>
              </a:defRPr>
            </a:lvl6pPr>
            <a:lvl7pPr algn="ctr">
              <a:defRPr sz="1725" b="1">
                <a:solidFill>
                  <a:srgbClr val="059669"/>
                </a:solidFill>
              </a:defRPr>
            </a:lvl7pPr>
            <a:lvl8pPr algn="ctr">
              <a:defRPr sz="1725" b="1">
                <a:solidFill>
                  <a:srgbClr val="059669"/>
                </a:solidFill>
              </a:defRPr>
            </a:lvl8pPr>
            <a:lvl9pPr algn="ctr">
              <a:defRPr sz="1725" b="1">
                <a:solidFill>
                  <a:srgbClr val="059669"/>
                </a:solidFill>
              </a:defRPr>
            </a:lvl9pPr>
          </a:lstStyle>
          <a:p>
            <a:pPr algn="ct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Typical pivot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042D0C-C881-418C-AB3D-587446862516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912E2-97A4-438D-AD09-AFC9A01D98E1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1571625" cy="552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05424D-8725-4BE2-80D8-AC6CE289AE6C}"/>
              </a:ext>
            </a:extLst>
          </p:cNvPr>
          <p:cNvSpPr>
            <a:spLocks noGrp="1"/>
          </p:cNvSpPr>
          <p:nvPr/>
        </p:nvSpPr>
        <p:spPr>
          <a:xfrm>
            <a:off x="2619375" y="2619375"/>
            <a:ext cx="781050" cy="5524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AE8B0D-7AF1-4B8C-A57A-3BE6DD31C2AE}"/>
              </a:ext>
            </a:extLst>
          </p:cNvPr>
          <p:cNvSpPr>
            <a:spLocks noGrp="1"/>
          </p:cNvSpPr>
          <p:nvPr/>
        </p:nvSpPr>
        <p:spPr>
          <a:xfrm>
            <a:off x="3448050" y="2619375"/>
            <a:ext cx="1571625" cy="552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282C0-0A69-4C85-A8E9-F5DA2D579E4A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FDA0DC-9F7A-409B-9045-E0DF67A9E0F9}"/>
              </a:ext>
            </a:extLst>
          </p:cNvPr>
          <p:cNvSpPr>
            <a:spLocks noGrp="1"/>
          </p:cNvSpPr>
          <p:nvPr/>
        </p:nvSpPr>
        <p:spPr>
          <a:xfrm>
            <a:off x="2619375" y="2619375"/>
            <a:ext cx="781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7FBE03-7F2A-4FB8-997D-649B1DD301A6}"/>
              </a:ext>
            </a:extLst>
          </p:cNvPr>
          <p:cNvSpPr>
            <a:spLocks noGrp="1"/>
          </p:cNvSpPr>
          <p:nvPr/>
        </p:nvSpPr>
        <p:spPr>
          <a:xfrm>
            <a:off x="3448050" y="2619375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7AE35C-5B90-427E-9E8A-95220D5ADAE0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3962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059669"/>
                </a:solidFill>
              </a:defRPr>
            </a:defPPr>
            <a:lvl1pPr algn="ctr">
              <a:defRPr sz="1500" b="1">
                <a:solidFill>
                  <a:srgbClr val="059669"/>
                </a:solidFill>
              </a:defRPr>
            </a:lvl1pPr>
            <a:lvl2pPr algn="ctr">
              <a:defRPr sz="1500" b="1">
                <a:solidFill>
                  <a:srgbClr val="059669"/>
                </a:solidFill>
              </a:defRPr>
            </a:lvl2pPr>
            <a:lvl3pPr algn="ctr">
              <a:defRPr sz="1500" b="1">
                <a:solidFill>
                  <a:srgbClr val="059669"/>
                </a:solidFill>
              </a:defRPr>
            </a:lvl3pPr>
            <a:lvl4pPr algn="ctr">
              <a:defRPr sz="1500" b="1">
                <a:solidFill>
                  <a:srgbClr val="059669"/>
                </a:solidFill>
              </a:defRPr>
            </a:lvl4pPr>
            <a:lvl5pPr algn="ctr">
              <a:defRPr sz="1500" b="1">
                <a:solidFill>
                  <a:srgbClr val="059669"/>
                </a:solidFill>
              </a:defRPr>
            </a:lvl5pPr>
            <a:lvl6pPr algn="ctr">
              <a:defRPr sz="1500" b="1">
                <a:solidFill>
                  <a:srgbClr val="059669"/>
                </a:solidFill>
              </a:defRPr>
            </a:lvl6pPr>
            <a:lvl7pPr algn="ctr">
              <a:defRPr sz="1500" b="1">
                <a:solidFill>
                  <a:srgbClr val="059669"/>
                </a:solidFill>
              </a:defRPr>
            </a:lvl7pPr>
            <a:lvl8pPr algn="ctr">
              <a:defRPr sz="1500" b="1">
                <a:solidFill>
                  <a:srgbClr val="059669"/>
                </a:solidFill>
              </a:defRPr>
            </a:lvl8pPr>
            <a:lvl9pPr algn="ctr">
              <a:defRPr sz="1500" b="1">
                <a:solidFill>
                  <a:srgbClr val="059669"/>
                </a:solidFill>
              </a:defRPr>
            </a:lvl9pPr>
          </a:lstStyle>
          <a:p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Only the side containing k continues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B22135-75FB-4B6B-A6CA-6149C308E6D4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DC2626"/>
                </a:solidFill>
              </a:defRPr>
            </a:defPPr>
            <a:lvl1pPr algn="ctr">
              <a:defRPr sz="1725" b="1">
                <a:solidFill>
                  <a:srgbClr val="DC2626"/>
                </a:solidFill>
              </a:defRPr>
            </a:lvl1pPr>
            <a:lvl2pPr algn="ctr">
              <a:defRPr sz="1725" b="1">
                <a:solidFill>
                  <a:srgbClr val="DC2626"/>
                </a:solidFill>
              </a:defRPr>
            </a:lvl2pPr>
            <a:lvl3pPr algn="ctr">
              <a:defRPr sz="1725" b="1">
                <a:solidFill>
                  <a:srgbClr val="DC2626"/>
                </a:solidFill>
              </a:defRPr>
            </a:lvl3pPr>
            <a:lvl4pPr algn="ctr">
              <a:defRPr sz="1725" b="1">
                <a:solidFill>
                  <a:srgbClr val="DC2626"/>
                </a:solidFill>
              </a:defRPr>
            </a:lvl4pPr>
            <a:lvl5pPr algn="ctr">
              <a:defRPr sz="1725" b="1">
                <a:solidFill>
                  <a:srgbClr val="DC2626"/>
                </a:solidFill>
              </a:defRPr>
            </a:lvl5pPr>
            <a:lvl6pPr algn="ctr">
              <a:defRPr sz="1725" b="1">
                <a:solidFill>
                  <a:srgbClr val="DC2626"/>
                </a:solidFill>
              </a:defRPr>
            </a:lvl6pPr>
            <a:lvl7pPr algn="ctr">
              <a:defRPr sz="1725" b="1">
                <a:solidFill>
                  <a:srgbClr val="DC2626"/>
                </a:solidFill>
              </a:defRPr>
            </a:lvl7pPr>
            <a:lvl8pPr algn="ctr">
              <a:defRPr sz="1725" b="1">
                <a:solidFill>
                  <a:srgbClr val="DC2626"/>
                </a:solidFill>
              </a:defRPr>
            </a:lvl8pPr>
            <a:lvl9pPr algn="ctr">
              <a:defRPr sz="1725" b="1">
                <a:solidFill>
                  <a:srgbClr val="DC2626"/>
                </a:solidFill>
              </a:defRPr>
            </a:lvl9pPr>
          </a:lstStyle>
          <a:p>
            <a:pPr algn="ctr">
              <a:defRPr sz="1725" b="1">
                <a:solidFill>
                  <a:srgbClr val="DC2626"/>
                </a:solidFill>
              </a:defRPr>
            </a:pPr>
            <a:r>
              <a:rPr sz="1725" b="1">
                <a:solidFill>
                  <a:srgbClr val="DC2626"/>
                </a:solidFill>
              </a:rPr>
              <a:t>Repeated extreme pivot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1FB585-B826-4C03-B78A-4B532AE33DAE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4762500" cy="2095500"/>
          </a:xfrm>
          <a:prstGeom prst="roundRect">
            <a:avLst>
              <a:gd name="adj" fmla="val 3636"/>
            </a:avLst>
          </a:prstGeom>
          <a:solidFill>
            <a:srgbClr val="FFF0F0"/>
          </a:solidFill>
          <a:ln w="9525">
            <a:solidFill>
              <a:srgbClr val="FF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A8A425-6571-43FD-9669-179A5559C4E7}"/>
              </a:ext>
            </a:extLst>
          </p:cNvPr>
          <p:cNvSpPr>
            <a:spLocks noGrp="1"/>
          </p:cNvSpPr>
          <p:nvPr/>
        </p:nvSpPr>
        <p:spPr>
          <a:xfrm>
            <a:off x="6858000" y="2428875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250" b="1">
                <a:solidFill>
                  <a:srgbClr val="DC2626"/>
                </a:solidFill>
              </a:defRPr>
            </a:defPPr>
            <a:lvl1pPr algn="ctr">
              <a:defRPr sz="2250" b="1">
                <a:solidFill>
                  <a:srgbClr val="DC2626"/>
                </a:solidFill>
              </a:defRPr>
            </a:lvl1pPr>
            <a:lvl2pPr algn="ctr">
              <a:defRPr sz="2250" b="1">
                <a:solidFill>
                  <a:srgbClr val="DC2626"/>
                </a:solidFill>
              </a:defRPr>
            </a:lvl2pPr>
            <a:lvl3pPr algn="ctr">
              <a:defRPr sz="2250" b="1">
                <a:solidFill>
                  <a:srgbClr val="DC2626"/>
                </a:solidFill>
              </a:defRPr>
            </a:lvl3pPr>
            <a:lvl4pPr algn="ctr">
              <a:defRPr sz="2250" b="1">
                <a:solidFill>
                  <a:srgbClr val="DC2626"/>
                </a:solidFill>
              </a:defRPr>
            </a:lvl4pPr>
            <a:lvl5pPr algn="ctr">
              <a:defRPr sz="2250" b="1">
                <a:solidFill>
                  <a:srgbClr val="DC2626"/>
                </a:solidFill>
              </a:defRPr>
            </a:lvl5pPr>
            <a:lvl6pPr algn="ctr">
              <a:defRPr sz="2250" b="1">
                <a:solidFill>
                  <a:srgbClr val="DC2626"/>
                </a:solidFill>
              </a:defRPr>
            </a:lvl6pPr>
            <a:lvl7pPr algn="ctr">
              <a:defRPr sz="2250" b="1">
                <a:solidFill>
                  <a:srgbClr val="DC2626"/>
                </a:solidFill>
              </a:defRPr>
            </a:lvl7pPr>
            <a:lvl8pPr algn="ctr">
              <a:defRPr sz="2250" b="1">
                <a:solidFill>
                  <a:srgbClr val="DC2626"/>
                </a:solidFill>
              </a:defRPr>
            </a:lvl8pPr>
            <a:lvl9pPr algn="ctr">
              <a:defRPr sz="2250" b="1">
                <a:solidFill>
                  <a:srgbClr val="DC2626"/>
                </a:solidFill>
              </a:defRPr>
            </a:lvl9pPr>
          </a:lstStyle>
          <a:p>
            <a:pPr algn="ctr">
              <a:defRPr sz="2250" b="1">
                <a:solidFill>
                  <a:srgbClr val="DC2626"/>
                </a:solidFill>
              </a:defRPr>
            </a:pPr>
            <a:r>
              <a:rPr sz="2250" b="1">
                <a:solidFill>
                  <a:srgbClr val="DC2626"/>
                </a:solidFill>
              </a:rPr>
              <a:t>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37EDD3-F6AC-476B-9C8D-D0FC506E9562}"/>
              </a:ext>
            </a:extLst>
          </p:cNvPr>
          <p:cNvSpPr>
            <a:spLocks noGrp="1"/>
          </p:cNvSpPr>
          <p:nvPr/>
        </p:nvSpPr>
        <p:spPr>
          <a:xfrm>
            <a:off x="7810500" y="2714625"/>
            <a:ext cx="95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100" b="1">
                <a:solidFill>
                  <a:srgbClr val="DC2626"/>
                </a:solidFill>
              </a:defRPr>
            </a:defPPr>
            <a:lvl1pPr algn="ctr">
              <a:defRPr sz="2100" b="1">
                <a:solidFill>
                  <a:srgbClr val="DC2626"/>
                </a:solidFill>
              </a:defRPr>
            </a:lvl1pPr>
            <a:lvl2pPr algn="ctr">
              <a:defRPr sz="2100" b="1">
                <a:solidFill>
                  <a:srgbClr val="DC2626"/>
                </a:solidFill>
              </a:defRPr>
            </a:lvl2pPr>
            <a:lvl3pPr algn="ctr">
              <a:defRPr sz="2100" b="1">
                <a:solidFill>
                  <a:srgbClr val="DC2626"/>
                </a:solidFill>
              </a:defRPr>
            </a:lvl3pPr>
            <a:lvl4pPr algn="ctr">
              <a:defRPr sz="2100" b="1">
                <a:solidFill>
                  <a:srgbClr val="DC2626"/>
                </a:solidFill>
              </a:defRPr>
            </a:lvl4pPr>
            <a:lvl5pPr algn="ctr">
              <a:defRPr sz="2100" b="1">
                <a:solidFill>
                  <a:srgbClr val="DC2626"/>
                </a:solidFill>
              </a:defRPr>
            </a:lvl5pPr>
            <a:lvl6pPr algn="ctr">
              <a:defRPr sz="2100" b="1">
                <a:solidFill>
                  <a:srgbClr val="DC2626"/>
                </a:solidFill>
              </a:defRPr>
            </a:lvl6pPr>
            <a:lvl7pPr algn="ctr">
              <a:defRPr sz="2100" b="1">
                <a:solidFill>
                  <a:srgbClr val="DC2626"/>
                </a:solidFill>
              </a:defRPr>
            </a:lvl7pPr>
            <a:lvl8pPr algn="ctr">
              <a:defRPr sz="2100" b="1">
                <a:solidFill>
                  <a:srgbClr val="DC2626"/>
                </a:solidFill>
              </a:defRPr>
            </a:lvl8pPr>
            <a:lvl9pPr algn="ctr">
              <a:defRPr sz="2100" b="1">
                <a:solidFill>
                  <a:srgbClr val="DC2626"/>
                </a:solidFill>
              </a:defRPr>
            </a:lvl9pPr>
          </a:lstStyle>
          <a:p>
            <a:pPr algn="ctr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n - 1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D5334-C680-4AB8-84F2-2C3A9CEE5EE2}"/>
              </a:ext>
            </a:extLst>
          </p:cNvPr>
          <p:cNvSpPr>
            <a:spLocks noGrp="1"/>
          </p:cNvSpPr>
          <p:nvPr/>
        </p:nvSpPr>
        <p:spPr>
          <a:xfrm>
            <a:off x="8953500" y="3000375"/>
            <a:ext cx="95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DC2626"/>
                </a:solidFill>
              </a:defRPr>
            </a:defPPr>
            <a:lvl1pPr algn="ctr">
              <a:defRPr sz="1950" b="1">
                <a:solidFill>
                  <a:srgbClr val="DC2626"/>
                </a:solidFill>
              </a:defRPr>
            </a:lvl1pPr>
            <a:lvl2pPr algn="ctr">
              <a:defRPr sz="1950" b="1">
                <a:solidFill>
                  <a:srgbClr val="DC2626"/>
                </a:solidFill>
              </a:defRPr>
            </a:lvl2pPr>
            <a:lvl3pPr algn="ctr">
              <a:defRPr sz="1950" b="1">
                <a:solidFill>
                  <a:srgbClr val="DC2626"/>
                </a:solidFill>
              </a:defRPr>
            </a:lvl3pPr>
            <a:lvl4pPr algn="ctr">
              <a:defRPr sz="1950" b="1">
                <a:solidFill>
                  <a:srgbClr val="DC2626"/>
                </a:solidFill>
              </a:defRPr>
            </a:lvl4pPr>
            <a:lvl5pPr algn="ctr">
              <a:defRPr sz="1950" b="1">
                <a:solidFill>
                  <a:srgbClr val="DC2626"/>
                </a:solidFill>
              </a:defRPr>
            </a:lvl5pPr>
            <a:lvl6pPr algn="ctr">
              <a:defRPr sz="1950" b="1">
                <a:solidFill>
                  <a:srgbClr val="DC2626"/>
                </a:solidFill>
              </a:defRPr>
            </a:lvl6pPr>
            <a:lvl7pPr algn="ctr">
              <a:defRPr sz="1950" b="1">
                <a:solidFill>
                  <a:srgbClr val="DC2626"/>
                </a:solidFill>
              </a:defRPr>
            </a:lvl7pPr>
            <a:lvl8pPr algn="ctr">
              <a:defRPr sz="1950" b="1">
                <a:solidFill>
                  <a:srgbClr val="DC2626"/>
                </a:solidFill>
              </a:defRPr>
            </a:lvl8pPr>
            <a:lvl9pPr algn="ctr">
              <a:defRPr sz="1950" b="1">
                <a:solidFill>
                  <a:srgbClr val="DC2626"/>
                </a:solidFill>
              </a:defRPr>
            </a:lvl9pPr>
          </a:lstStyle>
          <a:p>
            <a:pPr algn="ctr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n - 2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B10748-A149-448D-AB3F-0F60F05F5B87}"/>
              </a:ext>
            </a:extLst>
          </p:cNvPr>
          <p:cNvSpPr>
            <a:spLocks noGrp="1"/>
          </p:cNvSpPr>
          <p:nvPr/>
        </p:nvSpPr>
        <p:spPr>
          <a:xfrm>
            <a:off x="10096500" y="3286125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DC2626"/>
                </a:solidFill>
              </a:defRPr>
            </a:defPPr>
            <a:lvl1pPr algn="ctr">
              <a:defRPr sz="1950" b="1">
                <a:solidFill>
                  <a:srgbClr val="DC2626"/>
                </a:solidFill>
              </a:defRPr>
            </a:lvl1pPr>
            <a:lvl2pPr algn="ctr">
              <a:defRPr sz="1950" b="1">
                <a:solidFill>
                  <a:srgbClr val="DC2626"/>
                </a:solidFill>
              </a:defRPr>
            </a:lvl2pPr>
            <a:lvl3pPr algn="ctr">
              <a:defRPr sz="1950" b="1">
                <a:solidFill>
                  <a:srgbClr val="DC2626"/>
                </a:solidFill>
              </a:defRPr>
            </a:lvl3pPr>
            <a:lvl4pPr algn="ctr">
              <a:defRPr sz="1950" b="1">
                <a:solidFill>
                  <a:srgbClr val="DC2626"/>
                </a:solidFill>
              </a:defRPr>
            </a:lvl4pPr>
            <a:lvl5pPr algn="ctr">
              <a:defRPr sz="1950" b="1">
                <a:solidFill>
                  <a:srgbClr val="DC2626"/>
                </a:solidFill>
              </a:defRPr>
            </a:lvl5pPr>
            <a:lvl6pPr algn="ctr">
              <a:defRPr sz="1950" b="1">
                <a:solidFill>
                  <a:srgbClr val="DC2626"/>
                </a:solidFill>
              </a:defRPr>
            </a:lvl6pPr>
            <a:lvl7pPr algn="ctr">
              <a:defRPr sz="1950" b="1">
                <a:solidFill>
                  <a:srgbClr val="DC2626"/>
                </a:solidFill>
              </a:defRPr>
            </a:lvl7pPr>
            <a:lvl8pPr algn="ctr">
              <a:defRPr sz="1950" b="1">
                <a:solidFill>
                  <a:srgbClr val="DC2626"/>
                </a:solidFill>
              </a:defRPr>
            </a:lvl8pPr>
            <a:lvl9pPr algn="ctr">
              <a:defRPr sz="1950" b="1">
                <a:solidFill>
                  <a:srgbClr val="DC2626"/>
                </a:solidFill>
              </a:defRPr>
            </a:lvl9pPr>
          </a:lstStyle>
          <a:p>
            <a:pPr algn="ctr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...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5ED629-9C7F-4389-947B-EB6A6FFD8743}"/>
              </a:ext>
            </a:extLst>
          </p:cNvPr>
          <p:cNvSpPr>
            <a:spLocks noGrp="1"/>
          </p:cNvSpPr>
          <p:nvPr/>
        </p:nvSpPr>
        <p:spPr>
          <a:xfrm>
            <a:off x="6810375" y="35623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DC2626"/>
                </a:solidFill>
              </a:defRPr>
            </a:defPPr>
            <a:lvl1pPr algn="ctr">
              <a:defRPr sz="1650" b="1">
                <a:solidFill>
                  <a:srgbClr val="DC2626"/>
                </a:solidFill>
              </a:defRPr>
            </a:lvl1pPr>
            <a:lvl2pPr algn="ctr">
              <a:defRPr sz="1650" b="1">
                <a:solidFill>
                  <a:srgbClr val="DC2626"/>
                </a:solidFill>
              </a:defRPr>
            </a:lvl2pPr>
            <a:lvl3pPr algn="ctr">
              <a:defRPr sz="1650" b="1">
                <a:solidFill>
                  <a:srgbClr val="DC2626"/>
                </a:solidFill>
              </a:defRPr>
            </a:lvl3pPr>
            <a:lvl4pPr algn="ctr">
              <a:defRPr sz="1650" b="1">
                <a:solidFill>
                  <a:srgbClr val="DC2626"/>
                </a:solidFill>
              </a:defRPr>
            </a:lvl4pPr>
            <a:lvl5pPr algn="ctr">
              <a:defRPr sz="1650" b="1">
                <a:solidFill>
                  <a:srgbClr val="DC2626"/>
                </a:solidFill>
              </a:defRPr>
            </a:lvl5pPr>
            <a:lvl6pPr algn="ctr">
              <a:defRPr sz="1650" b="1">
                <a:solidFill>
                  <a:srgbClr val="DC2626"/>
                </a:solidFill>
              </a:defRPr>
            </a:lvl6pPr>
            <a:lvl7pPr algn="ctr">
              <a:defRPr sz="1650" b="1">
                <a:solidFill>
                  <a:srgbClr val="DC2626"/>
                </a:solidFill>
              </a:defRPr>
            </a:lvl7pPr>
            <a:lvl8pPr algn="ctr">
              <a:defRPr sz="1650" b="1">
                <a:solidFill>
                  <a:srgbClr val="DC2626"/>
                </a:solidFill>
              </a:defRPr>
            </a:lvl8pPr>
            <a:lvl9pPr algn="ctr">
              <a:defRPr sz="1650" b="1">
                <a:solidFill>
                  <a:srgbClr val="DC2626"/>
                </a:solidFill>
              </a:defRPr>
            </a:lvl9pPr>
          </a:lstStyle>
          <a:p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Worst case: O(n^2)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7318C0-5F06-434F-914B-CEE37648820D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10096500" cy="723900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ABC8A0-0AA0-4902-AF6D-8ECB95568A74}"/>
              </a:ext>
            </a:extLst>
          </p:cNvPr>
          <p:cNvSpPr>
            <a:spLocks noGrp="1"/>
          </p:cNvSpPr>
          <p:nvPr/>
        </p:nvSpPr>
        <p:spPr>
          <a:xfrm>
            <a:off x="1095375" y="4829175"/>
            <a:ext cx="962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FFFFFF"/>
                </a:solidFill>
              </a:defRPr>
            </a:defPPr>
            <a:lvl1pPr algn="ctr">
              <a:defRPr sz="1575" b="1">
                <a:solidFill>
                  <a:srgbClr val="FFFFFF"/>
                </a:solidFill>
              </a:defRPr>
            </a:lvl1pPr>
            <a:lvl2pPr algn="ctr">
              <a:defRPr sz="1575" b="1">
                <a:solidFill>
                  <a:srgbClr val="FFFFFF"/>
                </a:solidFill>
              </a:defRPr>
            </a:lvl2pPr>
            <a:lvl3pPr algn="ctr">
              <a:defRPr sz="1575" b="1">
                <a:solidFill>
                  <a:srgbClr val="FFFFFF"/>
                </a:solidFill>
              </a:defRPr>
            </a:lvl3pPr>
            <a:lvl4pPr algn="ctr">
              <a:defRPr sz="1575" b="1">
                <a:solidFill>
                  <a:srgbClr val="FFFFFF"/>
                </a:solidFill>
              </a:defRPr>
            </a:lvl4pPr>
            <a:lvl5pPr algn="ctr">
              <a:defRPr sz="1575" b="1">
                <a:solidFill>
                  <a:srgbClr val="FFFFFF"/>
                </a:solidFill>
              </a:defRPr>
            </a:lvl5pPr>
            <a:lvl6pPr algn="ctr">
              <a:defRPr sz="1575" b="1">
                <a:solidFill>
                  <a:srgbClr val="FFFFFF"/>
                </a:solidFill>
              </a:defRPr>
            </a:lvl6pPr>
            <a:lvl7pPr algn="ctr">
              <a:defRPr sz="1575" b="1">
                <a:solidFill>
                  <a:srgbClr val="FFFFFF"/>
                </a:solidFill>
              </a:defRPr>
            </a:lvl7pPr>
            <a:lvl8pPr algn="ctr">
              <a:defRPr sz="1575" b="1">
                <a:solidFill>
                  <a:srgbClr val="FFFFFF"/>
                </a:solidFill>
              </a:defRPr>
            </a:lvl8pPr>
            <a:lvl9pPr algn="ctr">
              <a:defRPr sz="1575" b="1">
                <a:solidFill>
                  <a:srgbClr val="FFFFFF"/>
                </a:solidFill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Invariant: after partitioning, k lies in exactly one region. Only that region can continue.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429B4C-DC18-4D23-9FED-CFB9527D27F0}"/>
              </a:ext>
            </a:extLst>
          </p:cNvPr>
          <p:cNvSpPr>
            <a:spLocks noGrp="1"/>
          </p:cNvSpPr>
          <p:nvPr/>
        </p:nvSpPr>
        <p:spPr>
          <a:xfrm>
            <a:off x="1524000" y="5743575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0">
                <a:solidFill>
                  <a:srgbClr val="5B6474"/>
                </a:solidFill>
              </a:defRPr>
            </a:defPPr>
            <a:lvl1pPr algn="ctr">
              <a:defRPr sz="1350" b="0">
                <a:solidFill>
                  <a:srgbClr val="5B6474"/>
                </a:solidFill>
              </a:defRPr>
            </a:lvl1pPr>
            <a:lvl2pPr algn="ctr">
              <a:defRPr sz="1350" b="0">
                <a:solidFill>
                  <a:srgbClr val="5B6474"/>
                </a:solidFill>
              </a:defRPr>
            </a:lvl2pPr>
            <a:lvl3pPr algn="ctr">
              <a:defRPr sz="1350" b="0">
                <a:solidFill>
                  <a:srgbClr val="5B6474"/>
                </a:solidFill>
              </a:defRPr>
            </a:lvl3pPr>
            <a:lvl4pPr algn="ctr">
              <a:defRPr sz="1350" b="0">
                <a:solidFill>
                  <a:srgbClr val="5B6474"/>
                </a:solidFill>
              </a:defRPr>
            </a:lvl4pPr>
            <a:lvl5pPr algn="ctr">
              <a:defRPr sz="1350" b="0">
                <a:solidFill>
                  <a:srgbClr val="5B6474"/>
                </a:solidFill>
              </a:defRPr>
            </a:lvl5pPr>
            <a:lvl6pPr algn="ctr">
              <a:defRPr sz="1350" b="0">
                <a:solidFill>
                  <a:srgbClr val="5B6474"/>
                </a:solidFill>
              </a:defRPr>
            </a:lvl6pPr>
            <a:lvl7pPr algn="ctr">
              <a:defRPr sz="1350" b="0">
                <a:solidFill>
                  <a:srgbClr val="5B6474"/>
                </a:solidFill>
              </a:defRPr>
            </a:lvl7pPr>
            <a:lvl8pPr algn="ctr">
              <a:defRPr sz="1350" b="0">
                <a:solidFill>
                  <a:srgbClr val="5B6474"/>
                </a:solidFill>
              </a:defRPr>
            </a:lvl8pPr>
            <a:lvl9pPr algn="ctr">
              <a:defRPr sz="1350" b="0">
                <a:solidFill>
                  <a:srgbClr val="5B6474"/>
                </a:solidFill>
              </a:defRPr>
            </a:lvl9pPr>
          </a:lstStyle>
          <a:p>
            <a:pPr algn="ctr">
              <a:defRPr sz="1350" b="0">
                <a:solidFill>
                  <a:srgbClr val="5B6474"/>
                </a:solidFill>
              </a:defRPr>
            </a:pPr>
            <a:r>
              <a:rPr sz="1350" b="0">
                <a:solidFill>
                  <a:srgbClr val="5B6474"/>
                </a:solidFill>
              </a:rPr>
              <a:t>Fixed seeds reproduce each case. Changing pivot seeds measures random variation.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AB93D5-C799-4BB8-806E-7F05D7BC474D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C4C55B-AECD-4675-96AD-1D15B881428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7926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7B827C2-A22B-4184-86A2-B1E42BC2302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BENCHMARK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EC8371-0D78-418C-89DA-A2F06C735D55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Experimental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69004F-1EC3-4C9D-9312-59E7D3F9EBC7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Colin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9844C-53BB-4C07-B0A9-0147D7D2AFDE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D0006F-6007-45F9-953F-AFF4371089A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270FD-2D3F-4F64-976A-9BC82AFC7E3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FFFFFF"/>
                </a:solidFill>
              </a:defRPr>
            </a:defPPr>
            <a:lvl1pPr algn="ctr">
              <a:defRPr sz="1950" b="1">
                <a:solidFill>
                  <a:srgbClr val="FFFFFF"/>
                </a:solidFill>
              </a:defRPr>
            </a:lvl1pPr>
            <a:lvl2pPr algn="ctr">
              <a:defRPr sz="1950" b="1">
                <a:solidFill>
                  <a:srgbClr val="FFFFFF"/>
                </a:solidFill>
              </a:defRPr>
            </a:lvl2pPr>
            <a:lvl3pPr algn="ctr">
              <a:defRPr sz="1950" b="1">
                <a:solidFill>
                  <a:srgbClr val="FFFFFF"/>
                </a:solidFill>
              </a:defRPr>
            </a:lvl3pPr>
            <a:lvl4pPr algn="ctr">
              <a:defRPr sz="1950" b="1">
                <a:solidFill>
                  <a:srgbClr val="FFFFFF"/>
                </a:solidFill>
              </a:defRPr>
            </a:lvl4pPr>
            <a:lvl5pPr algn="ctr">
              <a:defRPr sz="1950" b="1">
                <a:solidFill>
                  <a:srgbClr val="FFFFFF"/>
                </a:solidFill>
              </a:defRPr>
            </a:lvl5pPr>
            <a:lvl6pPr algn="ctr">
              <a:defRPr sz="1950" b="1">
                <a:solidFill>
                  <a:srgbClr val="FFFFFF"/>
                </a:solidFill>
              </a:defRPr>
            </a:lvl6pPr>
            <a:lvl7pPr algn="ctr">
              <a:defRPr sz="1950" b="1">
                <a:solidFill>
                  <a:srgbClr val="FFFFFF"/>
                </a:solidFill>
              </a:defRPr>
            </a:lvl7pPr>
            <a:lvl8pPr algn="ctr">
              <a:defRPr sz="1950" b="1">
                <a:solidFill>
                  <a:srgbClr val="FFFFFF"/>
                </a:solidFill>
              </a:defRPr>
            </a:lvl8pPr>
            <a:lvl9pPr algn="ctr">
              <a:defRPr sz="1950" b="1">
                <a:solidFill>
                  <a:srgbClr val="FFFFFF"/>
                </a:solidFill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23124-11BA-4589-AF58-7FC2DBA47248}"/>
              </a:ext>
            </a:extLst>
          </p:cNvPr>
          <p:cNvSpPr>
            <a:spLocks noGrp="1"/>
          </p:cNvSpPr>
          <p:nvPr/>
        </p:nvSpPr>
        <p:spPr>
          <a:xfrm>
            <a:off x="1562100" y="15049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Generate one deterministic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D414C-1623-458C-B134-C75050A3D52D}"/>
              </a:ext>
            </a:extLst>
          </p:cNvPr>
          <p:cNvSpPr>
            <a:spLocks noGrp="1"/>
          </p:cNvSpPr>
          <p:nvPr/>
        </p:nvSpPr>
        <p:spPr>
          <a:xfrm>
            <a:off x="1562100" y="18669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474"/>
                </a:solidFill>
              </a:defRPr>
            </a:defPPr>
            <a:lvl1pPr algn="l">
              <a:defRPr sz="1275" b="0">
                <a:solidFill>
                  <a:srgbClr val="5B6474"/>
                </a:solidFill>
              </a:defRPr>
            </a:lvl1pPr>
            <a:lvl2pPr algn="l">
              <a:defRPr sz="1275" b="0">
                <a:solidFill>
                  <a:srgbClr val="5B6474"/>
                </a:solidFill>
              </a:defRPr>
            </a:lvl2pPr>
            <a:lvl3pPr algn="l">
              <a:defRPr sz="1275" b="0">
                <a:solidFill>
                  <a:srgbClr val="5B6474"/>
                </a:solidFill>
              </a:defRPr>
            </a:lvl3pPr>
            <a:lvl4pPr algn="l">
              <a:defRPr sz="1275" b="0">
                <a:solidFill>
                  <a:srgbClr val="5B6474"/>
                </a:solidFill>
              </a:defRPr>
            </a:lvl4pPr>
            <a:lvl5pPr algn="l">
              <a:defRPr sz="1275" b="0">
                <a:solidFill>
                  <a:srgbClr val="5B6474"/>
                </a:solidFill>
              </a:defRPr>
            </a:lvl5pPr>
            <a:lvl6pPr algn="l">
              <a:defRPr sz="1275" b="0">
                <a:solidFill>
                  <a:srgbClr val="5B6474"/>
                </a:solidFill>
              </a:defRPr>
            </a:lvl6pPr>
            <a:lvl7pPr algn="l">
              <a:defRPr sz="1275" b="0">
                <a:solidFill>
                  <a:srgbClr val="5B6474"/>
                </a:solidFill>
              </a:defRPr>
            </a:lvl7pPr>
            <a:lvl8pPr algn="l">
              <a:defRPr sz="1275" b="0">
                <a:solidFill>
                  <a:srgbClr val="5B6474"/>
                </a:solidFill>
              </a:defRPr>
            </a:lvl8pPr>
            <a:lvl9pPr algn="l">
              <a:defRPr sz="1275" b="0">
                <a:solidFill>
                  <a:srgbClr val="5B6474"/>
                </a:solidFill>
              </a:defRPr>
            </a:lvl9pPr>
          </a:lstStyle>
          <a:p>
            <a:pPr algn="l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Fixed seeds reproduce each family and 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146803-0C43-42A6-B502-8E524283FFB6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ECC6C-6B56-4EB7-98F2-F3D427C5A5F8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FFFFFF"/>
                </a:solidFill>
              </a:defRPr>
            </a:defPPr>
            <a:lvl1pPr algn="ctr">
              <a:defRPr sz="1950" b="1">
                <a:solidFill>
                  <a:srgbClr val="FFFFFF"/>
                </a:solidFill>
              </a:defRPr>
            </a:lvl1pPr>
            <a:lvl2pPr algn="ctr">
              <a:defRPr sz="1950" b="1">
                <a:solidFill>
                  <a:srgbClr val="FFFFFF"/>
                </a:solidFill>
              </a:defRPr>
            </a:lvl2pPr>
            <a:lvl3pPr algn="ctr">
              <a:defRPr sz="1950" b="1">
                <a:solidFill>
                  <a:srgbClr val="FFFFFF"/>
                </a:solidFill>
              </a:defRPr>
            </a:lvl3pPr>
            <a:lvl4pPr algn="ctr">
              <a:defRPr sz="1950" b="1">
                <a:solidFill>
                  <a:srgbClr val="FFFFFF"/>
                </a:solidFill>
              </a:defRPr>
            </a:lvl4pPr>
            <a:lvl5pPr algn="ctr">
              <a:defRPr sz="1950" b="1">
                <a:solidFill>
                  <a:srgbClr val="FFFFFF"/>
                </a:solidFill>
              </a:defRPr>
            </a:lvl5pPr>
            <a:lvl6pPr algn="ctr">
              <a:defRPr sz="1950" b="1">
                <a:solidFill>
                  <a:srgbClr val="FFFFFF"/>
                </a:solidFill>
              </a:defRPr>
            </a:lvl6pPr>
            <a:lvl7pPr algn="ctr">
              <a:defRPr sz="1950" b="1">
                <a:solidFill>
                  <a:srgbClr val="FFFFFF"/>
                </a:solidFill>
              </a:defRPr>
            </a:lvl7pPr>
            <a:lvl8pPr algn="ctr">
              <a:defRPr sz="1950" b="1">
                <a:solidFill>
                  <a:srgbClr val="FFFFFF"/>
                </a:solidFill>
              </a:defRPr>
            </a:lvl8pPr>
            <a:lvl9pPr algn="ctr">
              <a:defRPr sz="1950" b="1">
                <a:solidFill>
                  <a:srgbClr val="FFFFFF"/>
                </a:solidFill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9D7257-C528-48C6-8299-8FFC1CD49321}"/>
              </a:ext>
            </a:extLst>
          </p:cNvPr>
          <p:cNvSpPr>
            <a:spLocks noGrp="1"/>
          </p:cNvSpPr>
          <p:nvPr/>
        </p:nvSpPr>
        <p:spPr>
          <a:xfrm>
            <a:off x="1562100" y="25717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Copy the same input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A78955-209D-404E-8E98-C24522496CFD}"/>
              </a:ext>
            </a:extLst>
          </p:cNvPr>
          <p:cNvSpPr>
            <a:spLocks noGrp="1"/>
          </p:cNvSpPr>
          <p:nvPr/>
        </p:nvSpPr>
        <p:spPr>
          <a:xfrm>
            <a:off x="1562100" y="29337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474"/>
                </a:solidFill>
              </a:defRPr>
            </a:defPPr>
            <a:lvl1pPr algn="l">
              <a:defRPr sz="1275" b="0">
                <a:solidFill>
                  <a:srgbClr val="5B6474"/>
                </a:solidFill>
              </a:defRPr>
            </a:lvl1pPr>
            <a:lvl2pPr algn="l">
              <a:defRPr sz="1275" b="0">
                <a:solidFill>
                  <a:srgbClr val="5B6474"/>
                </a:solidFill>
              </a:defRPr>
            </a:lvl2pPr>
            <a:lvl3pPr algn="l">
              <a:defRPr sz="1275" b="0">
                <a:solidFill>
                  <a:srgbClr val="5B6474"/>
                </a:solidFill>
              </a:defRPr>
            </a:lvl3pPr>
            <a:lvl4pPr algn="l">
              <a:defRPr sz="1275" b="0">
                <a:solidFill>
                  <a:srgbClr val="5B6474"/>
                </a:solidFill>
              </a:defRPr>
            </a:lvl4pPr>
            <a:lvl5pPr algn="l">
              <a:defRPr sz="1275" b="0">
                <a:solidFill>
                  <a:srgbClr val="5B6474"/>
                </a:solidFill>
              </a:defRPr>
            </a:lvl5pPr>
            <a:lvl6pPr algn="l">
              <a:defRPr sz="1275" b="0">
                <a:solidFill>
                  <a:srgbClr val="5B6474"/>
                </a:solidFill>
              </a:defRPr>
            </a:lvl6pPr>
            <a:lvl7pPr algn="l">
              <a:defRPr sz="1275" b="0">
                <a:solidFill>
                  <a:srgbClr val="5B6474"/>
                </a:solidFill>
              </a:defRPr>
            </a:lvl7pPr>
            <a:lvl8pPr algn="l">
              <a:defRPr sz="1275" b="0">
                <a:solidFill>
                  <a:srgbClr val="5B6474"/>
                </a:solidFill>
              </a:defRPr>
            </a:lvl8pPr>
            <a:lvl9pPr algn="l">
              <a:defRPr sz="1275" b="0">
                <a:solidFill>
                  <a:srgbClr val="5B6474"/>
                </a:solidFill>
              </a:defRPr>
            </a:lvl9pPr>
          </a:lstStyle>
          <a:p>
            <a:pPr algn="l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Both algorithms receive identical contents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61D893-7470-456D-960E-3D68433C4080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FDC7F8-7B26-42C0-8D85-8311A54E12D3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FFFFFF"/>
                </a:solidFill>
              </a:defRPr>
            </a:defPPr>
            <a:lvl1pPr algn="ctr">
              <a:defRPr sz="1950" b="1">
                <a:solidFill>
                  <a:srgbClr val="FFFFFF"/>
                </a:solidFill>
              </a:defRPr>
            </a:lvl1pPr>
            <a:lvl2pPr algn="ctr">
              <a:defRPr sz="1950" b="1">
                <a:solidFill>
                  <a:srgbClr val="FFFFFF"/>
                </a:solidFill>
              </a:defRPr>
            </a:lvl2pPr>
            <a:lvl3pPr algn="ctr">
              <a:defRPr sz="1950" b="1">
                <a:solidFill>
                  <a:srgbClr val="FFFFFF"/>
                </a:solidFill>
              </a:defRPr>
            </a:lvl3pPr>
            <a:lvl4pPr algn="ctr">
              <a:defRPr sz="1950" b="1">
                <a:solidFill>
                  <a:srgbClr val="FFFFFF"/>
                </a:solidFill>
              </a:defRPr>
            </a:lvl4pPr>
            <a:lvl5pPr algn="ctr">
              <a:defRPr sz="1950" b="1">
                <a:solidFill>
                  <a:srgbClr val="FFFFFF"/>
                </a:solidFill>
              </a:defRPr>
            </a:lvl5pPr>
            <a:lvl6pPr algn="ctr">
              <a:defRPr sz="1950" b="1">
                <a:solidFill>
                  <a:srgbClr val="FFFFFF"/>
                </a:solidFill>
              </a:defRPr>
            </a:lvl6pPr>
            <a:lvl7pPr algn="ctr">
              <a:defRPr sz="1950" b="1">
                <a:solidFill>
                  <a:srgbClr val="FFFFFF"/>
                </a:solidFill>
              </a:defRPr>
            </a:lvl7pPr>
            <a:lvl8pPr algn="ctr">
              <a:defRPr sz="1950" b="1">
                <a:solidFill>
                  <a:srgbClr val="FFFFFF"/>
                </a:solidFill>
              </a:defRPr>
            </a:lvl8pPr>
            <a:lvl9pPr algn="ctr">
              <a:defRPr sz="1950" b="1">
                <a:solidFill>
                  <a:srgbClr val="FFFFFF"/>
                </a:solidFill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781EAD-041E-48CD-A39D-C6B7EE4A3B94}"/>
              </a:ext>
            </a:extLst>
          </p:cNvPr>
          <p:cNvSpPr>
            <a:spLocks noGrp="1"/>
          </p:cNvSpPr>
          <p:nvPr/>
        </p:nvSpPr>
        <p:spPr>
          <a:xfrm>
            <a:off x="1562100" y="36385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Run seven timed repetitions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1B79F3-7C5B-4FFA-B997-0B1EAEA2BBE5}"/>
              </a:ext>
            </a:extLst>
          </p:cNvPr>
          <p:cNvSpPr>
            <a:spLocks noGrp="1"/>
          </p:cNvSpPr>
          <p:nvPr/>
        </p:nvSpPr>
        <p:spPr>
          <a:xfrm>
            <a:off x="1562100" y="4000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474"/>
                </a:solidFill>
              </a:defRPr>
            </a:defPPr>
            <a:lvl1pPr algn="l">
              <a:defRPr sz="1275" b="0">
                <a:solidFill>
                  <a:srgbClr val="5B6474"/>
                </a:solidFill>
              </a:defRPr>
            </a:lvl1pPr>
            <a:lvl2pPr algn="l">
              <a:defRPr sz="1275" b="0">
                <a:solidFill>
                  <a:srgbClr val="5B6474"/>
                </a:solidFill>
              </a:defRPr>
            </a:lvl2pPr>
            <a:lvl3pPr algn="l">
              <a:defRPr sz="1275" b="0">
                <a:solidFill>
                  <a:srgbClr val="5B6474"/>
                </a:solidFill>
              </a:defRPr>
            </a:lvl3pPr>
            <a:lvl4pPr algn="l">
              <a:defRPr sz="1275" b="0">
                <a:solidFill>
                  <a:srgbClr val="5B6474"/>
                </a:solidFill>
              </a:defRPr>
            </a:lvl4pPr>
            <a:lvl5pPr algn="l">
              <a:defRPr sz="1275" b="0">
                <a:solidFill>
                  <a:srgbClr val="5B6474"/>
                </a:solidFill>
              </a:defRPr>
            </a:lvl5pPr>
            <a:lvl6pPr algn="l">
              <a:defRPr sz="1275" b="0">
                <a:solidFill>
                  <a:srgbClr val="5B6474"/>
                </a:solidFill>
              </a:defRPr>
            </a:lvl6pPr>
            <a:lvl7pPr algn="l">
              <a:defRPr sz="1275" b="0">
                <a:solidFill>
                  <a:srgbClr val="5B6474"/>
                </a:solidFill>
              </a:defRPr>
            </a:lvl7pPr>
            <a:lvl8pPr algn="l">
              <a:defRPr sz="1275" b="0">
                <a:solidFill>
                  <a:srgbClr val="5B6474"/>
                </a:solidFill>
              </a:defRPr>
            </a:lvl8pPr>
            <a:lvl9pPr algn="l">
              <a:defRPr sz="1275" b="0">
                <a:solidFill>
                  <a:srgbClr val="5B6474"/>
                </a:solidFill>
              </a:defRPr>
            </a:lvl9pPr>
          </a:lstStyle>
          <a:p>
            <a:pPr algn="l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Algorithm order alternates between repetitions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A4FF6EB-9050-443F-AFA7-B2A55F6B9ED4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590550" cy="590550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0944EE-0F38-4104-9664-BA0A5FCECB08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950" b="1">
                <a:solidFill>
                  <a:srgbClr val="FFFFFF"/>
                </a:solidFill>
              </a:defRPr>
            </a:defPPr>
            <a:lvl1pPr algn="ctr">
              <a:defRPr sz="1950" b="1">
                <a:solidFill>
                  <a:srgbClr val="FFFFFF"/>
                </a:solidFill>
              </a:defRPr>
            </a:lvl1pPr>
            <a:lvl2pPr algn="ctr">
              <a:defRPr sz="1950" b="1">
                <a:solidFill>
                  <a:srgbClr val="FFFFFF"/>
                </a:solidFill>
              </a:defRPr>
            </a:lvl2pPr>
            <a:lvl3pPr algn="ctr">
              <a:defRPr sz="1950" b="1">
                <a:solidFill>
                  <a:srgbClr val="FFFFFF"/>
                </a:solidFill>
              </a:defRPr>
            </a:lvl3pPr>
            <a:lvl4pPr algn="ctr">
              <a:defRPr sz="1950" b="1">
                <a:solidFill>
                  <a:srgbClr val="FFFFFF"/>
                </a:solidFill>
              </a:defRPr>
            </a:lvl4pPr>
            <a:lvl5pPr algn="ctr">
              <a:defRPr sz="1950" b="1">
                <a:solidFill>
                  <a:srgbClr val="FFFFFF"/>
                </a:solidFill>
              </a:defRPr>
            </a:lvl5pPr>
            <a:lvl6pPr algn="ctr">
              <a:defRPr sz="1950" b="1">
                <a:solidFill>
                  <a:srgbClr val="FFFFFF"/>
                </a:solidFill>
              </a:defRPr>
            </a:lvl6pPr>
            <a:lvl7pPr algn="ctr">
              <a:defRPr sz="1950" b="1">
                <a:solidFill>
                  <a:srgbClr val="FFFFFF"/>
                </a:solidFill>
              </a:defRPr>
            </a:lvl7pPr>
            <a:lvl8pPr algn="ctr">
              <a:defRPr sz="1950" b="1">
                <a:solidFill>
                  <a:srgbClr val="FFFFFF"/>
                </a:solidFill>
              </a:defRPr>
            </a:lvl8pPr>
            <a:lvl9pPr algn="ctr">
              <a:defRPr sz="1950" b="1">
                <a:solidFill>
                  <a:srgbClr val="FFFFFF"/>
                </a:solidFill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9C44FE-D5CA-41CA-8322-7CA69C014AC8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Check every result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A5E3A8-3BF7-4BFA-828D-AF59FF6F7658}"/>
              </a:ext>
            </a:extLst>
          </p:cNvPr>
          <p:cNvSpPr>
            <a:spLocks noGrp="1"/>
          </p:cNvSpPr>
          <p:nvPr/>
        </p:nvSpPr>
        <p:spPr>
          <a:xfrm>
            <a:off x="1562100" y="50673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B6474"/>
                </a:solidFill>
              </a:defRPr>
            </a:defPPr>
            <a:lvl1pPr algn="l">
              <a:defRPr sz="1275" b="0">
                <a:solidFill>
                  <a:srgbClr val="5B6474"/>
                </a:solidFill>
              </a:defRPr>
            </a:lvl1pPr>
            <a:lvl2pPr algn="l">
              <a:defRPr sz="1275" b="0">
                <a:solidFill>
                  <a:srgbClr val="5B6474"/>
                </a:solidFill>
              </a:defRPr>
            </a:lvl2pPr>
            <a:lvl3pPr algn="l">
              <a:defRPr sz="1275" b="0">
                <a:solidFill>
                  <a:srgbClr val="5B6474"/>
                </a:solidFill>
              </a:defRPr>
            </a:lvl3pPr>
            <a:lvl4pPr algn="l">
              <a:defRPr sz="1275" b="0">
                <a:solidFill>
                  <a:srgbClr val="5B6474"/>
                </a:solidFill>
              </a:defRPr>
            </a:lvl4pPr>
            <a:lvl5pPr algn="l">
              <a:defRPr sz="1275" b="0">
                <a:solidFill>
                  <a:srgbClr val="5B6474"/>
                </a:solidFill>
              </a:defRPr>
            </a:lvl5pPr>
            <a:lvl6pPr algn="l">
              <a:defRPr sz="1275" b="0">
                <a:solidFill>
                  <a:srgbClr val="5B6474"/>
                </a:solidFill>
              </a:defRPr>
            </a:lvl6pPr>
            <a:lvl7pPr algn="l">
              <a:defRPr sz="1275" b="0">
                <a:solidFill>
                  <a:srgbClr val="5B6474"/>
                </a:solidFill>
              </a:defRPr>
            </a:lvl7pPr>
            <a:lvl8pPr algn="l">
              <a:defRPr sz="1275" b="0">
                <a:solidFill>
                  <a:srgbClr val="5B6474"/>
                </a:solidFill>
              </a:defRPr>
            </a:lvl8pPr>
            <a:lvl9pPr algn="l">
              <a:defRPr sz="1275" b="0">
                <a:solidFill>
                  <a:srgbClr val="5B6474"/>
                </a:solidFill>
              </a:defRPr>
            </a:lvl9pPr>
          </a:lstStyle>
          <a:p>
            <a:pPr algn="l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Each answer matches a sorted-copy oracle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DA9DA7-BD83-4807-BA68-9975B00D714F}"/>
              </a:ext>
            </a:extLst>
          </p:cNvPr>
          <p:cNvSpPr>
            <a:spLocks noGrp="1"/>
          </p:cNvSpPr>
          <p:nvPr/>
        </p:nvSpPr>
        <p:spPr>
          <a:xfrm>
            <a:off x="7239000" y="1571625"/>
            <a:ext cx="4000500" cy="3524250"/>
          </a:xfrm>
          <a:prstGeom prst="roundRect">
            <a:avLst>
              <a:gd name="adj" fmla="val 2162"/>
            </a:avLst>
          </a:prstGeom>
          <a:solidFill>
            <a:srgbClr val="F4F7FB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338E50-B476-47CF-A775-6983DC763A6C}"/>
              </a:ext>
            </a:extLst>
          </p:cNvPr>
          <p:cNvSpPr>
            <a:spLocks noGrp="1"/>
          </p:cNvSpPr>
          <p:nvPr/>
        </p:nvSpPr>
        <p:spPr>
          <a:xfrm>
            <a:off x="7572375" y="1885950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700" b="1">
                <a:solidFill>
                  <a:srgbClr val="2563EB"/>
                </a:solidFill>
              </a:defRPr>
            </a:defPPr>
            <a:lvl1pPr algn="ctr">
              <a:defRPr sz="2700" b="1">
                <a:solidFill>
                  <a:srgbClr val="2563EB"/>
                </a:solidFill>
              </a:defRPr>
            </a:lvl1pPr>
            <a:lvl2pPr algn="ctr">
              <a:defRPr sz="2700" b="1">
                <a:solidFill>
                  <a:srgbClr val="2563EB"/>
                </a:solidFill>
              </a:defRPr>
            </a:lvl2pPr>
            <a:lvl3pPr algn="ctr">
              <a:defRPr sz="2700" b="1">
                <a:solidFill>
                  <a:srgbClr val="2563EB"/>
                </a:solidFill>
              </a:defRPr>
            </a:lvl3pPr>
            <a:lvl4pPr algn="ctr">
              <a:defRPr sz="2700" b="1">
                <a:solidFill>
                  <a:srgbClr val="2563EB"/>
                </a:solidFill>
              </a:defRPr>
            </a:lvl4pPr>
            <a:lvl5pPr algn="ctr">
              <a:defRPr sz="2700" b="1">
                <a:solidFill>
                  <a:srgbClr val="2563EB"/>
                </a:solidFill>
              </a:defRPr>
            </a:lvl5pPr>
            <a:lvl6pPr algn="ctr">
              <a:defRPr sz="2700" b="1">
                <a:solidFill>
                  <a:srgbClr val="2563EB"/>
                </a:solidFill>
              </a:defRPr>
            </a:lvl6pPr>
            <a:lvl7pPr algn="ctr">
              <a:defRPr sz="2700" b="1">
                <a:solidFill>
                  <a:srgbClr val="2563EB"/>
                </a:solidFill>
              </a:defRPr>
            </a:lvl7pPr>
            <a:lvl8pPr algn="ctr">
              <a:defRPr sz="2700" b="1">
                <a:solidFill>
                  <a:srgbClr val="2563EB"/>
                </a:solidFill>
              </a:defRPr>
            </a:lvl8pPr>
            <a:lvl9pPr algn="ctr">
              <a:defRPr sz="2700" b="1">
                <a:solidFill>
                  <a:srgbClr val="2563EB"/>
                </a:solidFill>
              </a:defRPr>
            </a:lvl9pPr>
          </a:lstStyle>
          <a:p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330 cases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4E1CB4-FC93-4269-9CD1-D0F9481B5B4C}"/>
              </a:ext>
            </a:extLst>
          </p:cNvPr>
          <p:cNvSpPr>
            <a:spLocks noGrp="1"/>
          </p:cNvSpPr>
          <p:nvPr/>
        </p:nvSpPr>
        <p:spPr>
          <a:xfrm>
            <a:off x="7762875" y="2667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172033"/>
                </a:solidFill>
              </a:defRPr>
            </a:defPPr>
            <a:lvl1pPr algn="ctr">
              <a:defRPr sz="1725" b="1">
                <a:solidFill>
                  <a:srgbClr val="172033"/>
                </a:solidFill>
              </a:defRPr>
            </a:lvl1pPr>
            <a:lvl2pPr algn="ctr">
              <a:defRPr sz="1725" b="1">
                <a:solidFill>
                  <a:srgbClr val="172033"/>
                </a:solidFill>
              </a:defRPr>
            </a:lvl2pPr>
            <a:lvl3pPr algn="ctr">
              <a:defRPr sz="1725" b="1">
                <a:solidFill>
                  <a:srgbClr val="172033"/>
                </a:solidFill>
              </a:defRPr>
            </a:lvl3pPr>
            <a:lvl4pPr algn="ctr">
              <a:defRPr sz="1725" b="1">
                <a:solidFill>
                  <a:srgbClr val="172033"/>
                </a:solidFill>
              </a:defRPr>
            </a:lvl4pPr>
            <a:lvl5pPr algn="ctr">
              <a:defRPr sz="1725" b="1">
                <a:solidFill>
                  <a:srgbClr val="172033"/>
                </a:solidFill>
              </a:defRPr>
            </a:lvl5pPr>
            <a:lvl6pPr algn="ctr">
              <a:defRPr sz="1725" b="1">
                <a:solidFill>
                  <a:srgbClr val="172033"/>
                </a:solidFill>
              </a:defRPr>
            </a:lvl6pPr>
            <a:lvl7pPr algn="ctr">
              <a:defRPr sz="1725" b="1">
                <a:solidFill>
                  <a:srgbClr val="172033"/>
                </a:solidFill>
              </a:defRPr>
            </a:lvl7pPr>
            <a:lvl8pPr algn="ctr">
              <a:defRPr sz="1725" b="1">
                <a:solidFill>
                  <a:srgbClr val="172033"/>
                </a:solidFill>
              </a:defRPr>
            </a:lvl8pPr>
            <a:lvl9pPr algn="ctr">
              <a:defRPr sz="1725" b="1">
                <a:solidFill>
                  <a:srgbClr val="172033"/>
                </a:solidFill>
              </a:defRPr>
            </a:lvl9pPr>
          </a:lstStyle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6 input families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B3DEC-5046-4B10-99DA-BF1C195368AE}"/>
              </a:ext>
            </a:extLst>
          </p:cNvPr>
          <p:cNvSpPr>
            <a:spLocks noGrp="1"/>
          </p:cNvSpPr>
          <p:nvPr/>
        </p:nvSpPr>
        <p:spPr>
          <a:xfrm>
            <a:off x="7762875" y="3238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172033"/>
                </a:solidFill>
              </a:defRPr>
            </a:defPPr>
            <a:lvl1pPr algn="ctr">
              <a:defRPr sz="1725" b="1">
                <a:solidFill>
                  <a:srgbClr val="172033"/>
                </a:solidFill>
              </a:defRPr>
            </a:lvl1pPr>
            <a:lvl2pPr algn="ctr">
              <a:defRPr sz="1725" b="1">
                <a:solidFill>
                  <a:srgbClr val="172033"/>
                </a:solidFill>
              </a:defRPr>
            </a:lvl2pPr>
            <a:lvl3pPr algn="ctr">
              <a:defRPr sz="1725" b="1">
                <a:solidFill>
                  <a:srgbClr val="172033"/>
                </a:solidFill>
              </a:defRPr>
            </a:lvl3pPr>
            <a:lvl4pPr algn="ctr">
              <a:defRPr sz="1725" b="1">
                <a:solidFill>
                  <a:srgbClr val="172033"/>
                </a:solidFill>
              </a:defRPr>
            </a:lvl4pPr>
            <a:lvl5pPr algn="ctr">
              <a:defRPr sz="1725" b="1">
                <a:solidFill>
                  <a:srgbClr val="172033"/>
                </a:solidFill>
              </a:defRPr>
            </a:lvl5pPr>
            <a:lvl6pPr algn="ctr">
              <a:defRPr sz="1725" b="1">
                <a:solidFill>
                  <a:srgbClr val="172033"/>
                </a:solidFill>
              </a:defRPr>
            </a:lvl6pPr>
            <a:lvl7pPr algn="ctr">
              <a:defRPr sz="1725" b="1">
                <a:solidFill>
                  <a:srgbClr val="172033"/>
                </a:solidFill>
              </a:defRPr>
            </a:lvl7pPr>
            <a:lvl8pPr algn="ctr">
              <a:defRPr sz="1725" b="1">
                <a:solidFill>
                  <a:srgbClr val="172033"/>
                </a:solidFill>
              </a:defRPr>
            </a:lvl8pPr>
            <a:lvl9pPr algn="ctr">
              <a:defRPr sz="1725" b="1">
                <a:solidFill>
                  <a:srgbClr val="172033"/>
                </a:solidFill>
              </a:defRPr>
            </a:lvl9pPr>
          </a:lstStyle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11 input sizes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580B5C-F621-4764-80F6-695A1C144C42}"/>
              </a:ext>
            </a:extLst>
          </p:cNvPr>
          <p:cNvSpPr>
            <a:spLocks noGrp="1"/>
          </p:cNvSpPr>
          <p:nvPr/>
        </p:nvSpPr>
        <p:spPr>
          <a:xfrm>
            <a:off x="7762875" y="3810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172033"/>
                </a:solidFill>
              </a:defRPr>
            </a:defPPr>
            <a:lvl1pPr algn="ctr">
              <a:defRPr sz="1725" b="1">
                <a:solidFill>
                  <a:srgbClr val="172033"/>
                </a:solidFill>
              </a:defRPr>
            </a:lvl1pPr>
            <a:lvl2pPr algn="ctr">
              <a:defRPr sz="1725" b="1">
                <a:solidFill>
                  <a:srgbClr val="172033"/>
                </a:solidFill>
              </a:defRPr>
            </a:lvl2pPr>
            <a:lvl3pPr algn="ctr">
              <a:defRPr sz="1725" b="1">
                <a:solidFill>
                  <a:srgbClr val="172033"/>
                </a:solidFill>
              </a:defRPr>
            </a:lvl3pPr>
            <a:lvl4pPr algn="ctr">
              <a:defRPr sz="1725" b="1">
                <a:solidFill>
                  <a:srgbClr val="172033"/>
                </a:solidFill>
              </a:defRPr>
            </a:lvl4pPr>
            <a:lvl5pPr algn="ctr">
              <a:defRPr sz="1725" b="1">
                <a:solidFill>
                  <a:srgbClr val="172033"/>
                </a:solidFill>
              </a:defRPr>
            </a:lvl5pPr>
            <a:lvl6pPr algn="ctr">
              <a:defRPr sz="1725" b="1">
                <a:solidFill>
                  <a:srgbClr val="172033"/>
                </a:solidFill>
              </a:defRPr>
            </a:lvl6pPr>
            <a:lvl7pPr algn="ctr">
              <a:defRPr sz="1725" b="1">
                <a:solidFill>
                  <a:srgbClr val="172033"/>
                </a:solidFill>
              </a:defRPr>
            </a:lvl7pPr>
            <a:lvl8pPr algn="ctr">
              <a:defRPr sz="1725" b="1">
                <a:solidFill>
                  <a:srgbClr val="172033"/>
                </a:solidFill>
              </a:defRPr>
            </a:lvl8pPr>
            <a:lvl9pPr algn="ctr">
              <a:defRPr sz="1725" b="1">
                <a:solidFill>
                  <a:srgbClr val="172033"/>
                </a:solidFill>
              </a:defRPr>
            </a:lvl9pPr>
          </a:lstStyle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5 requested ranks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20DED5-38D0-42A9-A793-B46891CA006A}"/>
              </a:ext>
            </a:extLst>
          </p:cNvPr>
          <p:cNvSpPr>
            <a:spLocks noGrp="1"/>
          </p:cNvSpPr>
          <p:nvPr/>
        </p:nvSpPr>
        <p:spPr>
          <a:xfrm>
            <a:off x="7762875" y="4381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59E0B"/>
                </a:solidFill>
              </a:defRPr>
            </a:defPPr>
            <a:lvl1pPr algn="ctr">
              <a:defRPr sz="1725" b="1">
                <a:solidFill>
                  <a:srgbClr val="F59E0B"/>
                </a:solidFill>
              </a:defRPr>
            </a:lvl1pPr>
            <a:lvl2pPr algn="ctr">
              <a:defRPr sz="1725" b="1">
                <a:solidFill>
                  <a:srgbClr val="F59E0B"/>
                </a:solidFill>
              </a:defRPr>
            </a:lvl2pPr>
            <a:lvl3pPr algn="ctr">
              <a:defRPr sz="1725" b="1">
                <a:solidFill>
                  <a:srgbClr val="F59E0B"/>
                </a:solidFill>
              </a:defRPr>
            </a:lvl3pPr>
            <a:lvl4pPr algn="ctr">
              <a:defRPr sz="1725" b="1">
                <a:solidFill>
                  <a:srgbClr val="F59E0B"/>
                </a:solidFill>
              </a:defRPr>
            </a:lvl4pPr>
            <a:lvl5pPr algn="ctr">
              <a:defRPr sz="1725" b="1">
                <a:solidFill>
                  <a:srgbClr val="F59E0B"/>
                </a:solidFill>
              </a:defRPr>
            </a:lvl5pPr>
            <a:lvl6pPr algn="ctr">
              <a:defRPr sz="1725" b="1">
                <a:solidFill>
                  <a:srgbClr val="F59E0B"/>
                </a:solidFill>
              </a:defRPr>
            </a:lvl6pPr>
            <a:lvl7pPr algn="ctr">
              <a:defRPr sz="1725" b="1">
                <a:solidFill>
                  <a:srgbClr val="F59E0B"/>
                </a:solidFill>
              </a:defRPr>
            </a:lvl7pPr>
            <a:lvl8pPr algn="ctr">
              <a:defRPr sz="1725" b="1">
                <a:solidFill>
                  <a:srgbClr val="F59E0B"/>
                </a:solidFill>
              </a:defRPr>
            </a:lvl8pPr>
            <a:lvl9pPr algn="ctr">
              <a:defRPr sz="1725" b="1">
                <a:solidFill>
                  <a:srgbClr val="F59E0B"/>
                </a:solidFill>
              </a:defRPr>
            </a:lvl9pPr>
          </a:lstStyle>
          <a:p>
            <a:pPr algn="ctr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4,620 timed rows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23BE70-4C5F-462E-A3AF-CC708044D7D4}"/>
              </a:ext>
            </a:extLst>
          </p:cNvPr>
          <p:cNvSpPr>
            <a:spLocks noGrp="1"/>
          </p:cNvSpPr>
          <p:nvPr/>
        </p:nvSpPr>
        <p:spPr>
          <a:xfrm>
            <a:off x="7239000" y="54768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0">
                <a:solidFill>
                  <a:srgbClr val="5B6474"/>
                </a:solidFill>
              </a:defRPr>
            </a:defPPr>
            <a:lvl1pPr algn="ctr">
              <a:defRPr sz="1350" b="0">
                <a:solidFill>
                  <a:srgbClr val="5B6474"/>
                </a:solidFill>
              </a:defRPr>
            </a:lvl1pPr>
            <a:lvl2pPr algn="ctr">
              <a:defRPr sz="1350" b="0">
                <a:solidFill>
                  <a:srgbClr val="5B6474"/>
                </a:solidFill>
              </a:defRPr>
            </a:lvl2pPr>
            <a:lvl3pPr algn="ctr">
              <a:defRPr sz="1350" b="0">
                <a:solidFill>
                  <a:srgbClr val="5B6474"/>
                </a:solidFill>
              </a:defRPr>
            </a:lvl3pPr>
            <a:lvl4pPr algn="ctr">
              <a:defRPr sz="1350" b="0">
                <a:solidFill>
                  <a:srgbClr val="5B6474"/>
                </a:solidFill>
              </a:defRPr>
            </a:lvl4pPr>
            <a:lvl5pPr algn="ctr">
              <a:defRPr sz="1350" b="0">
                <a:solidFill>
                  <a:srgbClr val="5B6474"/>
                </a:solidFill>
              </a:defRPr>
            </a:lvl5pPr>
            <a:lvl6pPr algn="ctr">
              <a:defRPr sz="1350" b="0">
                <a:solidFill>
                  <a:srgbClr val="5B6474"/>
                </a:solidFill>
              </a:defRPr>
            </a:lvl6pPr>
            <a:lvl7pPr algn="ctr">
              <a:defRPr sz="1350" b="0">
                <a:solidFill>
                  <a:srgbClr val="5B6474"/>
                </a:solidFill>
              </a:defRPr>
            </a:lvl7pPr>
            <a:lvl8pPr algn="ctr">
              <a:defRPr sz="1350" b="0">
                <a:solidFill>
                  <a:srgbClr val="5B6474"/>
                </a:solidFill>
              </a:defRPr>
            </a:lvl8pPr>
            <a:lvl9pPr algn="ctr">
              <a:defRPr sz="1350" b="0">
                <a:solidFill>
                  <a:srgbClr val="5B6474"/>
                </a:solidFill>
              </a:defRPr>
            </a:lvl9pPr>
          </a:lstStyle>
          <a:p>
            <a:pPr algn="ctr">
              <a:defRPr sz="1350" b="0">
                <a:solidFill>
                  <a:srgbClr val="5B6474"/>
                </a:solidFill>
              </a:defRPr>
            </a:pPr>
            <a:r>
              <a:rPr sz="1350" b="0">
                <a:solidFill>
                  <a:srgbClr val="5B6474"/>
                </a:solidFill>
              </a:rPr>
              <a:t>Full benchmark compiled with optimisation enabled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F1DF79-DF1C-4862-A9D8-285E7D5E49A2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4F5208-3EF6-4190-841D-A29F47C5782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729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25491B8-FF5A-4E2D-9C4B-223AC9A41EC2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OVERALL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EDAC5-35C1-488F-8E17-5D07071CF82D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Quickselect won 324 of 330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DB34F-C294-468A-9CB1-F1409BB91A19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Colin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6673F-AC65-4A83-B046-F102C5362B88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C2A581-10EC-4B48-AE71-E6796AEA7A67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3333750" cy="1666875"/>
          </a:xfrm>
          <a:prstGeom prst="roundRect">
            <a:avLst>
              <a:gd name="adj" fmla="val 4571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D53A7-3367-414D-AB5D-2350617FCB38}"/>
              </a:ext>
            </a:extLst>
          </p:cNvPr>
          <p:cNvSpPr>
            <a:spLocks noGrp="1"/>
          </p:cNvSpPr>
          <p:nvPr/>
        </p:nvSpPr>
        <p:spPr>
          <a:xfrm>
            <a:off x="933450" y="17335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4500" b="1">
                <a:solidFill>
                  <a:srgbClr val="FFFFFF"/>
                </a:solidFill>
              </a:defRPr>
            </a:defPPr>
            <a:lvl1pPr algn="ctr">
              <a:defRPr sz="4500" b="1">
                <a:solidFill>
                  <a:srgbClr val="FFFFFF"/>
                </a:solidFill>
              </a:defRPr>
            </a:lvl1pPr>
            <a:lvl2pPr algn="ctr">
              <a:defRPr sz="4500" b="1">
                <a:solidFill>
                  <a:srgbClr val="FFFFFF"/>
                </a:solidFill>
              </a:defRPr>
            </a:lvl2pPr>
            <a:lvl3pPr algn="ctr">
              <a:defRPr sz="4500" b="1">
                <a:solidFill>
                  <a:srgbClr val="FFFFFF"/>
                </a:solidFill>
              </a:defRPr>
            </a:lvl3pPr>
            <a:lvl4pPr algn="ctr">
              <a:defRPr sz="4500" b="1">
                <a:solidFill>
                  <a:srgbClr val="FFFFFF"/>
                </a:solidFill>
              </a:defRPr>
            </a:lvl4pPr>
            <a:lvl5pPr algn="ctr">
              <a:defRPr sz="4500" b="1">
                <a:solidFill>
                  <a:srgbClr val="FFFFFF"/>
                </a:solidFill>
              </a:defRPr>
            </a:lvl5pPr>
            <a:lvl6pPr algn="ctr">
              <a:defRPr sz="4500" b="1">
                <a:solidFill>
                  <a:srgbClr val="FFFFFF"/>
                </a:solidFill>
              </a:defRPr>
            </a:lvl6pPr>
            <a:lvl7pPr algn="ctr">
              <a:defRPr sz="4500" b="1">
                <a:solidFill>
                  <a:srgbClr val="FFFFFF"/>
                </a:solidFill>
              </a:defRPr>
            </a:lvl7pPr>
            <a:lvl8pPr algn="ctr">
              <a:defRPr sz="4500" b="1">
                <a:solidFill>
                  <a:srgbClr val="FFFFFF"/>
                </a:solidFill>
              </a:defRPr>
            </a:lvl8pPr>
            <a:lvl9pPr algn="ctr">
              <a:defRPr sz="4500" b="1">
                <a:solidFill>
                  <a:srgbClr val="FFFFFF"/>
                </a:solidFill>
              </a:defRPr>
            </a:lvl9pPr>
          </a:lstStyle>
          <a:p>
            <a:pPr algn="ctr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324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45DC2-14CC-412E-952A-DE977E034406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2800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B9D5FF"/>
                </a:solidFill>
              </a:defRPr>
            </a:defPPr>
            <a:lvl1pPr algn="ctr">
              <a:defRPr sz="1650" b="1">
                <a:solidFill>
                  <a:srgbClr val="B9D5FF"/>
                </a:solidFill>
              </a:defRPr>
            </a:lvl1pPr>
            <a:lvl2pPr algn="ctr">
              <a:defRPr sz="1650" b="1">
                <a:solidFill>
                  <a:srgbClr val="B9D5FF"/>
                </a:solidFill>
              </a:defRPr>
            </a:lvl2pPr>
            <a:lvl3pPr algn="ctr">
              <a:defRPr sz="1650" b="1">
                <a:solidFill>
                  <a:srgbClr val="B9D5FF"/>
                </a:solidFill>
              </a:defRPr>
            </a:lvl3pPr>
            <a:lvl4pPr algn="ctr">
              <a:defRPr sz="1650" b="1">
                <a:solidFill>
                  <a:srgbClr val="B9D5FF"/>
                </a:solidFill>
              </a:defRPr>
            </a:lvl4pPr>
            <a:lvl5pPr algn="ctr">
              <a:defRPr sz="1650" b="1">
                <a:solidFill>
                  <a:srgbClr val="B9D5FF"/>
                </a:solidFill>
              </a:defRPr>
            </a:lvl5pPr>
            <a:lvl6pPr algn="ctr">
              <a:defRPr sz="1650" b="1">
                <a:solidFill>
                  <a:srgbClr val="B9D5FF"/>
                </a:solidFill>
              </a:defRPr>
            </a:lvl6pPr>
            <a:lvl7pPr algn="ctr">
              <a:defRPr sz="1650" b="1">
                <a:solidFill>
                  <a:srgbClr val="B9D5FF"/>
                </a:solidFill>
              </a:defRPr>
            </a:lvl7pPr>
            <a:lvl8pPr algn="ctr">
              <a:defRPr sz="1650" b="1">
                <a:solidFill>
                  <a:srgbClr val="B9D5FF"/>
                </a:solidFill>
              </a:defRPr>
            </a:lvl8pPr>
            <a:lvl9pPr algn="ctr">
              <a:defRPr sz="1650" b="1">
                <a:solidFill>
                  <a:srgbClr val="B9D5FF"/>
                </a:solidFill>
              </a:defRPr>
            </a:lvl9pPr>
          </a:lstStyle>
          <a:p>
            <a:pPr algn="ctr">
              <a:defRPr sz="1650" b="1">
                <a:solidFill>
                  <a:srgbClr val="B9D5FF"/>
                </a:solidFill>
              </a:defRPr>
            </a:pPr>
            <a:r>
              <a:rPr sz="1650" b="1">
                <a:solidFill>
                  <a:srgbClr val="B9D5FF"/>
                </a:solidFill>
              </a:rPr>
              <a:t>Quickselect wins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10EFB5-BC8A-465C-9389-7C5AE99F057C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3333750" cy="1666875"/>
          </a:xfrm>
          <a:prstGeom prst="roundRect">
            <a:avLst>
              <a:gd name="adj" fmla="val 4571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4E7A2C-5A01-4A50-87BA-E38AAF9C7D24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4500" b="1">
                <a:solidFill>
                  <a:srgbClr val="FFFFFF"/>
                </a:solidFill>
              </a:defRPr>
            </a:defPPr>
            <a:lvl1pPr algn="ctr">
              <a:defRPr sz="4500" b="1">
                <a:solidFill>
                  <a:srgbClr val="FFFFFF"/>
                </a:solidFill>
              </a:defRPr>
            </a:lvl1pPr>
            <a:lvl2pPr algn="ctr">
              <a:defRPr sz="4500" b="1">
                <a:solidFill>
                  <a:srgbClr val="FFFFFF"/>
                </a:solidFill>
              </a:defRPr>
            </a:lvl2pPr>
            <a:lvl3pPr algn="ctr">
              <a:defRPr sz="4500" b="1">
                <a:solidFill>
                  <a:srgbClr val="FFFFFF"/>
                </a:solidFill>
              </a:defRPr>
            </a:lvl3pPr>
            <a:lvl4pPr algn="ctr">
              <a:defRPr sz="4500" b="1">
                <a:solidFill>
                  <a:srgbClr val="FFFFFF"/>
                </a:solidFill>
              </a:defRPr>
            </a:lvl4pPr>
            <a:lvl5pPr algn="ctr">
              <a:defRPr sz="4500" b="1">
                <a:solidFill>
                  <a:srgbClr val="FFFFFF"/>
                </a:solidFill>
              </a:defRPr>
            </a:lvl5pPr>
            <a:lvl6pPr algn="ctr">
              <a:defRPr sz="4500" b="1">
                <a:solidFill>
                  <a:srgbClr val="FFFFFF"/>
                </a:solidFill>
              </a:defRPr>
            </a:lvl6pPr>
            <a:lvl7pPr algn="ctr">
              <a:defRPr sz="4500" b="1">
                <a:solidFill>
                  <a:srgbClr val="FFFFFF"/>
                </a:solidFill>
              </a:defRPr>
            </a:lvl7pPr>
            <a:lvl8pPr algn="ctr">
              <a:defRPr sz="4500" b="1">
                <a:solidFill>
                  <a:srgbClr val="FFFFFF"/>
                </a:solidFill>
              </a:defRPr>
            </a:lvl8pPr>
            <a:lvl9pPr algn="ctr">
              <a:defRPr sz="4500" b="1">
                <a:solidFill>
                  <a:srgbClr val="FFFFFF"/>
                </a:solidFill>
              </a:defRPr>
            </a:lvl9pPr>
          </a:lstStyle>
          <a:p>
            <a:pPr algn="ctr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2E3B2F-E5F5-41E8-A3F1-1BC8D8B21805}"/>
              </a:ext>
            </a:extLst>
          </p:cNvPr>
          <p:cNvSpPr>
            <a:spLocks noGrp="1"/>
          </p:cNvSpPr>
          <p:nvPr/>
        </p:nvSpPr>
        <p:spPr>
          <a:xfrm>
            <a:off x="933450" y="4524375"/>
            <a:ext cx="2800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Median of Medians wins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C1C112-19C3-407C-8533-85B6BAB1EC02}"/>
              </a:ext>
            </a:extLst>
          </p:cNvPr>
          <p:cNvSpPr>
            <a:spLocks noGrp="1"/>
          </p:cNvSpPr>
          <p:nvPr/>
        </p:nvSpPr>
        <p:spPr>
          <a:xfrm>
            <a:off x="4476750" y="1571625"/>
            <a:ext cx="676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4213D"/>
                </a:solidFill>
              </a:defRPr>
            </a:defPPr>
            <a:lvl1pPr algn="ctr">
              <a:defRPr sz="1425" b="1">
                <a:solidFill>
                  <a:srgbClr val="14213D"/>
                </a:solidFill>
              </a:defRPr>
            </a:lvl1pPr>
            <a:lvl2pPr algn="ctr">
              <a:defRPr sz="1425" b="1">
                <a:solidFill>
                  <a:srgbClr val="14213D"/>
                </a:solidFill>
              </a:defRPr>
            </a:lvl2pPr>
            <a:lvl3pPr algn="ctr">
              <a:defRPr sz="1425" b="1">
                <a:solidFill>
                  <a:srgbClr val="14213D"/>
                </a:solidFill>
              </a:defRPr>
            </a:lvl3pPr>
            <a:lvl4pPr algn="ctr">
              <a:defRPr sz="1425" b="1">
                <a:solidFill>
                  <a:srgbClr val="14213D"/>
                </a:solidFill>
              </a:defRPr>
            </a:lvl4pPr>
            <a:lvl5pPr algn="ctr">
              <a:defRPr sz="1425" b="1">
                <a:solidFill>
                  <a:srgbClr val="14213D"/>
                </a:solidFill>
              </a:defRPr>
            </a:lvl5pPr>
            <a:lvl6pPr algn="ctr">
              <a:defRPr sz="1425" b="1">
                <a:solidFill>
                  <a:srgbClr val="14213D"/>
                </a:solidFill>
              </a:defRPr>
            </a:lvl6pPr>
            <a:lvl7pPr algn="ctr">
              <a:defRPr sz="1425" b="1">
                <a:solidFill>
                  <a:srgbClr val="14213D"/>
                </a:solidFill>
              </a:defRPr>
            </a:lvl7pPr>
            <a:lvl8pPr algn="ctr">
              <a:defRPr sz="1425" b="1">
                <a:solidFill>
                  <a:srgbClr val="14213D"/>
                </a:solidFill>
              </a:defRPr>
            </a:lvl8pPr>
            <a:lvl9pPr algn="ctr">
              <a:defRPr sz="1425" b="1">
                <a:solidFill>
                  <a:srgbClr val="14213D"/>
                </a:solidFill>
              </a:defRPr>
            </a:lvl9pPr>
          </a:lstStyle>
          <a:p>
            <a:pPr algn="ctr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Speedup at n = 1,000,000 and k = n/2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D9CF9D-92DE-42D9-ACEC-60E05F5DC48B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Reverse sorted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BC2EC6-0831-4D66-892F-A81DDB583CD4}"/>
              </a:ext>
            </a:extLst>
          </p:cNvPr>
          <p:cNvSpPr>
            <a:spLocks noGrp="1"/>
          </p:cNvSpPr>
          <p:nvPr/>
        </p:nvSpPr>
        <p:spPr>
          <a:xfrm>
            <a:off x="6048375" y="2114550"/>
            <a:ext cx="3821906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49545-AE1B-4487-8FA5-7C1F4B7E74A4}"/>
              </a:ext>
            </a:extLst>
          </p:cNvPr>
          <p:cNvSpPr>
            <a:spLocks noGrp="1"/>
          </p:cNvSpPr>
          <p:nvPr/>
        </p:nvSpPr>
        <p:spPr>
          <a:xfrm>
            <a:off x="9936956" y="209550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5.3x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919C5D-A4B3-4F26-9B54-EEE9DC3C8FBE}"/>
              </a:ext>
            </a:extLst>
          </p:cNvPr>
          <p:cNvSpPr>
            <a:spLocks noGrp="1"/>
          </p:cNvSpPr>
          <p:nvPr/>
        </p:nvSpPr>
        <p:spPr>
          <a:xfrm>
            <a:off x="4476750" y="26098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Nearly sorted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0CE7F6-0C14-4C6D-9F38-438CD655DE0A}"/>
              </a:ext>
            </a:extLst>
          </p:cNvPr>
          <p:cNvSpPr>
            <a:spLocks noGrp="1"/>
          </p:cNvSpPr>
          <p:nvPr/>
        </p:nvSpPr>
        <p:spPr>
          <a:xfrm>
            <a:off x="6048375" y="2628900"/>
            <a:ext cx="3301127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E09234-17A1-4EED-9DFB-CFFBC2FF1017}"/>
              </a:ext>
            </a:extLst>
          </p:cNvPr>
          <p:cNvSpPr>
            <a:spLocks noGrp="1"/>
          </p:cNvSpPr>
          <p:nvPr/>
        </p:nvSpPr>
        <p:spPr>
          <a:xfrm>
            <a:off x="9416177" y="260985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4.6x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A7A4AB-6C3B-44BF-B34A-F2B96333AF4C}"/>
              </a:ext>
            </a:extLst>
          </p:cNvPr>
          <p:cNvSpPr>
            <a:spLocks noGrp="1"/>
          </p:cNvSpPr>
          <p:nvPr/>
        </p:nvSpPr>
        <p:spPr>
          <a:xfrm>
            <a:off x="4476750" y="31242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All equal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213BB9-A365-41FA-8058-75D1924FDEF6}"/>
              </a:ext>
            </a:extLst>
          </p:cNvPr>
          <p:cNvSpPr>
            <a:spLocks noGrp="1"/>
          </p:cNvSpPr>
          <p:nvPr/>
        </p:nvSpPr>
        <p:spPr>
          <a:xfrm>
            <a:off x="6048375" y="3143250"/>
            <a:ext cx="3059668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6A3B6A-1B32-4629-97EA-96AA40773653}"/>
              </a:ext>
            </a:extLst>
          </p:cNvPr>
          <p:cNvSpPr>
            <a:spLocks noGrp="1"/>
          </p:cNvSpPr>
          <p:nvPr/>
        </p:nvSpPr>
        <p:spPr>
          <a:xfrm>
            <a:off x="9174718" y="312420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4.3x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D87B9B-2BE7-4E5A-845A-79D0D86FE921}"/>
              </a:ext>
            </a:extLst>
          </p:cNvPr>
          <p:cNvSpPr>
            <a:spLocks noGrp="1"/>
          </p:cNvSpPr>
          <p:nvPr/>
        </p:nvSpPr>
        <p:spPr>
          <a:xfrm>
            <a:off x="4476750" y="36385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Sorted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3C00B2-C769-4388-A1AC-DCA3CD3006AB}"/>
              </a:ext>
            </a:extLst>
          </p:cNvPr>
          <p:cNvSpPr>
            <a:spLocks noGrp="1"/>
          </p:cNvSpPr>
          <p:nvPr/>
        </p:nvSpPr>
        <p:spPr>
          <a:xfrm>
            <a:off x="6048375" y="3657600"/>
            <a:ext cx="2425303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D33F9B-71BE-4469-9461-E6D724C2445F}"/>
              </a:ext>
            </a:extLst>
          </p:cNvPr>
          <p:cNvSpPr>
            <a:spLocks noGrp="1"/>
          </p:cNvSpPr>
          <p:nvPr/>
        </p:nvSpPr>
        <p:spPr>
          <a:xfrm>
            <a:off x="8540353" y="363855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3.4x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8D4C8B-6139-439E-8094-A539AD7654B6}"/>
              </a:ext>
            </a:extLst>
          </p:cNvPr>
          <p:cNvSpPr>
            <a:spLocks noGrp="1"/>
          </p:cNvSpPr>
          <p:nvPr/>
        </p:nvSpPr>
        <p:spPr>
          <a:xfrm>
            <a:off x="4476750" y="41529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Shuffled distinct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FECF27-03FE-4BB6-A7C7-C58CFD50F2D9}"/>
              </a:ext>
            </a:extLst>
          </p:cNvPr>
          <p:cNvSpPr>
            <a:spLocks noGrp="1"/>
          </p:cNvSpPr>
          <p:nvPr/>
        </p:nvSpPr>
        <p:spPr>
          <a:xfrm>
            <a:off x="6048375" y="4171950"/>
            <a:ext cx="2284571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6F5411-7451-442A-BC44-13CA65C2057B}"/>
              </a:ext>
            </a:extLst>
          </p:cNvPr>
          <p:cNvSpPr>
            <a:spLocks noGrp="1"/>
          </p:cNvSpPr>
          <p:nvPr/>
        </p:nvSpPr>
        <p:spPr>
          <a:xfrm>
            <a:off x="8399621" y="415290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3.2x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7A9B39-07BF-4448-AA1F-2476040FD8D4}"/>
              </a:ext>
            </a:extLst>
          </p:cNvPr>
          <p:cNvSpPr>
            <a:spLocks noGrp="1"/>
          </p:cNvSpPr>
          <p:nvPr/>
        </p:nvSpPr>
        <p:spPr>
          <a:xfrm>
            <a:off x="4476750" y="46672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125" b="0">
                <a:solidFill>
                  <a:srgbClr val="172033"/>
                </a:solidFill>
              </a:defRPr>
            </a:defPPr>
            <a:lvl1pPr algn="r">
              <a:defRPr sz="1125" b="0">
                <a:solidFill>
                  <a:srgbClr val="172033"/>
                </a:solidFill>
              </a:defRPr>
            </a:lvl1pPr>
            <a:lvl2pPr algn="r">
              <a:defRPr sz="1125" b="0">
                <a:solidFill>
                  <a:srgbClr val="172033"/>
                </a:solidFill>
              </a:defRPr>
            </a:lvl2pPr>
            <a:lvl3pPr algn="r">
              <a:defRPr sz="1125" b="0">
                <a:solidFill>
                  <a:srgbClr val="172033"/>
                </a:solidFill>
              </a:defRPr>
            </a:lvl3pPr>
            <a:lvl4pPr algn="r">
              <a:defRPr sz="1125" b="0">
                <a:solidFill>
                  <a:srgbClr val="172033"/>
                </a:solidFill>
              </a:defRPr>
            </a:lvl4pPr>
            <a:lvl5pPr algn="r">
              <a:defRPr sz="1125" b="0">
                <a:solidFill>
                  <a:srgbClr val="172033"/>
                </a:solidFill>
              </a:defRPr>
            </a:lvl5pPr>
            <a:lvl6pPr algn="r">
              <a:defRPr sz="1125" b="0">
                <a:solidFill>
                  <a:srgbClr val="172033"/>
                </a:solidFill>
              </a:defRPr>
            </a:lvl6pPr>
            <a:lvl7pPr algn="r">
              <a:defRPr sz="1125" b="0">
                <a:solidFill>
                  <a:srgbClr val="172033"/>
                </a:solidFill>
              </a:defRPr>
            </a:lvl7pPr>
            <a:lvl8pPr algn="r">
              <a:defRPr sz="1125" b="0">
                <a:solidFill>
                  <a:srgbClr val="172033"/>
                </a:solidFill>
              </a:defRPr>
            </a:lvl8pPr>
            <a:lvl9pPr algn="r">
              <a:defRPr sz="1125" b="0">
                <a:solidFill>
                  <a:srgbClr val="172033"/>
                </a:solidFill>
              </a:defRPr>
            </a:lvl9pPr>
          </a:lstStyle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Many duplicates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74FD0-1C67-4142-8A76-D24A3ECDCCFC}"/>
              </a:ext>
            </a:extLst>
          </p:cNvPr>
          <p:cNvSpPr>
            <a:spLocks noGrp="1"/>
          </p:cNvSpPr>
          <p:nvPr/>
        </p:nvSpPr>
        <p:spPr>
          <a:xfrm>
            <a:off x="6048375" y="4686300"/>
            <a:ext cx="1004411" cy="2381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B0DC00-6E77-400C-B30A-02D21D196953}"/>
              </a:ext>
            </a:extLst>
          </p:cNvPr>
          <p:cNvSpPr>
            <a:spLocks noGrp="1"/>
          </p:cNvSpPr>
          <p:nvPr/>
        </p:nvSpPr>
        <p:spPr>
          <a:xfrm>
            <a:off x="7119461" y="4667250"/>
            <a:ext cx="61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14213D"/>
                </a:solidFill>
              </a:defRPr>
            </a:defPPr>
            <a:lvl1pPr algn="l">
              <a:defRPr sz="1050" b="1">
                <a:solidFill>
                  <a:srgbClr val="14213D"/>
                </a:solidFill>
              </a:defRPr>
            </a:lvl1pPr>
            <a:lvl2pPr algn="l">
              <a:defRPr sz="1050" b="1">
                <a:solidFill>
                  <a:srgbClr val="14213D"/>
                </a:solidFill>
              </a:defRPr>
            </a:lvl2pPr>
            <a:lvl3pPr algn="l">
              <a:defRPr sz="1050" b="1">
                <a:solidFill>
                  <a:srgbClr val="14213D"/>
                </a:solidFill>
              </a:defRPr>
            </a:lvl3pPr>
            <a:lvl4pPr algn="l">
              <a:defRPr sz="1050" b="1">
                <a:solidFill>
                  <a:srgbClr val="14213D"/>
                </a:solidFill>
              </a:defRPr>
            </a:lvl4pPr>
            <a:lvl5pPr algn="l">
              <a:defRPr sz="1050" b="1">
                <a:solidFill>
                  <a:srgbClr val="14213D"/>
                </a:solidFill>
              </a:defRPr>
            </a:lvl5pPr>
            <a:lvl6pPr algn="l">
              <a:defRPr sz="1050" b="1">
                <a:solidFill>
                  <a:srgbClr val="14213D"/>
                </a:solidFill>
              </a:defRPr>
            </a:lvl6pPr>
            <a:lvl7pPr algn="l">
              <a:defRPr sz="1050" b="1">
                <a:solidFill>
                  <a:srgbClr val="14213D"/>
                </a:solidFill>
              </a:defRPr>
            </a:lvl7pPr>
            <a:lvl8pPr algn="l">
              <a:defRPr sz="1050" b="1">
                <a:solidFill>
                  <a:srgbClr val="14213D"/>
                </a:solidFill>
              </a:defRPr>
            </a:lvl8pPr>
            <a:lvl9pPr algn="l">
              <a:defRPr sz="1050" b="1">
                <a:solidFill>
                  <a:srgbClr val="14213D"/>
                </a:solidFill>
              </a:defRPr>
            </a:lvl9pPr>
          </a:lstStyle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050" b="1">
                <a:solidFill>
                  <a:srgbClr val="14213D"/>
                </a:solidFill>
              </a:rPr>
              <a:t>1.4x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C134B4-435A-4E1E-B316-5939D9DF5FDB}"/>
              </a:ext>
            </a:extLst>
          </p:cNvPr>
          <p:cNvSpPr>
            <a:spLocks noGrp="1"/>
          </p:cNvSpPr>
          <p:nvPr/>
        </p:nvSpPr>
        <p:spPr>
          <a:xfrm>
            <a:off x="6048375" y="1981200"/>
            <a:ext cx="9525" cy="3209925"/>
          </a:xfrm>
          <a:prstGeom prst="rect">
            <a:avLst/>
          </a:prstGeom>
          <a:solidFill>
            <a:srgbClr val="D6DEEA"/>
          </a:solidFill>
          <a:ln w="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41CC36-ABF8-4D73-B606-34FF68FC47DD}"/>
              </a:ext>
            </a:extLst>
          </p:cNvPr>
          <p:cNvSpPr>
            <a:spLocks noGrp="1"/>
          </p:cNvSpPr>
          <p:nvPr/>
        </p:nvSpPr>
        <p:spPr>
          <a:xfrm>
            <a:off x="5286375" y="56578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5B6474"/>
                </a:solidFill>
              </a:defRPr>
            </a:defPPr>
            <a:lvl1pPr algn="ctr">
              <a:defRPr sz="1200" b="0">
                <a:solidFill>
                  <a:srgbClr val="5B6474"/>
                </a:solidFill>
              </a:defRPr>
            </a:lvl1pPr>
            <a:lvl2pPr algn="ctr">
              <a:defRPr sz="1200" b="0">
                <a:solidFill>
                  <a:srgbClr val="5B6474"/>
                </a:solidFill>
              </a:defRPr>
            </a:lvl2pPr>
            <a:lvl3pPr algn="ctr">
              <a:defRPr sz="1200" b="0">
                <a:solidFill>
                  <a:srgbClr val="5B6474"/>
                </a:solidFill>
              </a:defRPr>
            </a:lvl3pPr>
            <a:lvl4pPr algn="ctr">
              <a:defRPr sz="1200" b="0">
                <a:solidFill>
                  <a:srgbClr val="5B6474"/>
                </a:solidFill>
              </a:defRPr>
            </a:lvl4pPr>
            <a:lvl5pPr algn="ctr">
              <a:defRPr sz="1200" b="0">
                <a:solidFill>
                  <a:srgbClr val="5B6474"/>
                </a:solidFill>
              </a:defRPr>
            </a:lvl5pPr>
            <a:lvl6pPr algn="ctr">
              <a:defRPr sz="1200" b="0">
                <a:solidFill>
                  <a:srgbClr val="5B6474"/>
                </a:solidFill>
              </a:defRPr>
            </a:lvl6pPr>
            <a:lvl7pPr algn="ctr">
              <a:defRPr sz="1200" b="0">
                <a:solidFill>
                  <a:srgbClr val="5B6474"/>
                </a:solidFill>
              </a:defRPr>
            </a:lvl7pPr>
            <a:lvl8pPr algn="ctr">
              <a:defRPr sz="1200" b="0">
                <a:solidFill>
                  <a:srgbClr val="5B6474"/>
                </a:solidFill>
              </a:defRPr>
            </a:lvl8pPr>
            <a:lvl9pPr algn="ctr">
              <a:defRPr sz="1200" b="0">
                <a:solidFill>
                  <a:srgbClr val="5B6474"/>
                </a:solidFill>
              </a:defRPr>
            </a:lvl9pPr>
          </a:lstStyle>
          <a:p>
            <a:pPr algn="ctr">
              <a:defRPr sz="1200" b="0">
                <a:solidFill>
                  <a:srgbClr val="5B6474"/>
                </a:solidFill>
              </a:defRPr>
            </a:pPr>
            <a:r>
              <a:rPr sz="1200" b="0">
                <a:solidFill>
                  <a:srgbClr val="5B6474"/>
                </a:solidFill>
              </a:rPr>
              <a:t>A value above 1 means Quickselect was faster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78B9D9-D199-4C96-BC15-A0CAE3542390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F14A81-5143-45F8-BB96-9DCF4705A1BA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123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41289B8-C564-4273-BBBF-586DEEFDA9B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PERFORMANCE DIFFERENCES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DD3A5C-E40C-4F4A-96F7-454599AE8429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Rank and input family changed the timing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2103A-1567-48C7-A4C2-2E2E3CC8B4C5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Colin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1FBFF-D13D-433D-A4D0-4645BDDA004B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D10BF2-862E-4C66-9CCB-F789643AC41C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4213D"/>
                </a:solidFill>
              </a:defRPr>
            </a:defPPr>
            <a:lvl1pPr algn="ctr">
              <a:defRPr sz="1425" b="1">
                <a:solidFill>
                  <a:srgbClr val="14213D"/>
                </a:solidFill>
              </a:defRPr>
            </a:lvl1pPr>
            <a:lvl2pPr algn="ctr">
              <a:defRPr sz="1425" b="1">
                <a:solidFill>
                  <a:srgbClr val="14213D"/>
                </a:solidFill>
              </a:defRPr>
            </a:lvl2pPr>
            <a:lvl3pPr algn="ctr">
              <a:defRPr sz="1425" b="1">
                <a:solidFill>
                  <a:srgbClr val="14213D"/>
                </a:solidFill>
              </a:defRPr>
            </a:lvl3pPr>
            <a:lvl4pPr algn="ctr">
              <a:defRPr sz="1425" b="1">
                <a:solidFill>
                  <a:srgbClr val="14213D"/>
                </a:solidFill>
              </a:defRPr>
            </a:lvl4pPr>
            <a:lvl5pPr algn="ctr">
              <a:defRPr sz="1425" b="1">
                <a:solidFill>
                  <a:srgbClr val="14213D"/>
                </a:solidFill>
              </a:defRPr>
            </a:lvl5pPr>
            <a:lvl6pPr algn="ctr">
              <a:defRPr sz="1425" b="1">
                <a:solidFill>
                  <a:srgbClr val="14213D"/>
                </a:solidFill>
              </a:defRPr>
            </a:lvl6pPr>
            <a:lvl7pPr algn="ctr">
              <a:defRPr sz="1425" b="1">
                <a:solidFill>
                  <a:srgbClr val="14213D"/>
                </a:solidFill>
              </a:defRPr>
            </a:lvl7pPr>
            <a:lvl8pPr algn="ctr">
              <a:defRPr sz="1425" b="1">
                <a:solidFill>
                  <a:srgbClr val="14213D"/>
                </a:solidFill>
              </a:defRPr>
            </a:lvl8pPr>
            <a:lvl9pPr algn="ctr">
              <a:defRPr sz="1425" b="1">
                <a:solidFill>
                  <a:srgbClr val="14213D"/>
                </a:solidFill>
              </a:defRPr>
            </a:lvl9pPr>
          </a:lstStyle>
          <a:p>
            <a:pPr algn="ctr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Maximum/minimum ratio for k = 0, n/2 and n - 1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FC268-A7EA-4FC5-AF3C-1099E9F2D81F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Sorted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D1AB5-12AE-4114-BF8F-A63CE75EB2A2}"/>
              </a:ext>
            </a:extLst>
          </p:cNvPr>
          <p:cNvSpPr>
            <a:spLocks noGrp="1"/>
          </p:cNvSpPr>
          <p:nvPr/>
        </p:nvSpPr>
        <p:spPr>
          <a:xfrm>
            <a:off x="2190750" y="2057400"/>
            <a:ext cx="1105138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13E90-EDF4-4869-92BC-358FFB9E9010}"/>
              </a:ext>
            </a:extLst>
          </p:cNvPr>
          <p:cNvSpPr>
            <a:spLocks noGrp="1"/>
          </p:cNvSpPr>
          <p:nvPr/>
        </p:nvSpPr>
        <p:spPr>
          <a:xfrm>
            <a:off x="2190750" y="2219325"/>
            <a:ext cx="3111103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9A6847-9221-4F70-AABB-648DD969861E}"/>
              </a:ext>
            </a:extLst>
          </p:cNvPr>
          <p:cNvSpPr>
            <a:spLocks noGrp="1"/>
          </p:cNvSpPr>
          <p:nvPr/>
        </p:nvSpPr>
        <p:spPr>
          <a:xfrm>
            <a:off x="3372088" y="20288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1.19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AB4A01-A56C-4910-BEB1-9B024C5FD4F7}"/>
              </a:ext>
            </a:extLst>
          </p:cNvPr>
          <p:cNvSpPr>
            <a:spLocks noGrp="1"/>
          </p:cNvSpPr>
          <p:nvPr/>
        </p:nvSpPr>
        <p:spPr>
          <a:xfrm>
            <a:off x="5378053" y="21907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3.35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327EC0-19B9-451E-9979-603E16250169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Shuffled distinct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0F5B9D-B038-4527-B484-5CB3C50E6A34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160859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10AC8-6D0E-4548-9B49-CF5E3B367C2F}"/>
              </a:ext>
            </a:extLst>
          </p:cNvPr>
          <p:cNvSpPr>
            <a:spLocks noGrp="1"/>
          </p:cNvSpPr>
          <p:nvPr/>
        </p:nvSpPr>
        <p:spPr>
          <a:xfrm>
            <a:off x="2190750" y="2733675"/>
            <a:ext cx="2061686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A7C8E1-40D3-4899-B6AC-33C296CFE380}"/>
              </a:ext>
            </a:extLst>
          </p:cNvPr>
          <p:cNvSpPr>
            <a:spLocks noGrp="1"/>
          </p:cNvSpPr>
          <p:nvPr/>
        </p:nvSpPr>
        <p:spPr>
          <a:xfrm>
            <a:off x="3427809" y="254317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1.25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3C9D95-22CB-4F90-956A-D48A009EF743}"/>
              </a:ext>
            </a:extLst>
          </p:cNvPr>
          <p:cNvSpPr>
            <a:spLocks noGrp="1"/>
          </p:cNvSpPr>
          <p:nvPr/>
        </p:nvSpPr>
        <p:spPr>
          <a:xfrm>
            <a:off x="4328636" y="27051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2.22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A090B-F5A0-4B92-88C8-475F64D6FF3B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All equal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05F39-5230-4F2C-BBBD-8E7AD8304374}"/>
              </a:ext>
            </a:extLst>
          </p:cNvPr>
          <p:cNvSpPr>
            <a:spLocks noGrp="1"/>
          </p:cNvSpPr>
          <p:nvPr/>
        </p:nvSpPr>
        <p:spPr>
          <a:xfrm>
            <a:off x="2190750" y="3086100"/>
            <a:ext cx="2293858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EE07F1-6B24-4219-8B20-6DC78B409A08}"/>
              </a:ext>
            </a:extLst>
          </p:cNvPr>
          <p:cNvSpPr>
            <a:spLocks noGrp="1"/>
          </p:cNvSpPr>
          <p:nvPr/>
        </p:nvSpPr>
        <p:spPr>
          <a:xfrm>
            <a:off x="2190750" y="3248025"/>
            <a:ext cx="2191703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0E659F-4860-46B3-BC33-17F53B41C784}"/>
              </a:ext>
            </a:extLst>
          </p:cNvPr>
          <p:cNvSpPr>
            <a:spLocks noGrp="1"/>
          </p:cNvSpPr>
          <p:nvPr/>
        </p:nvSpPr>
        <p:spPr>
          <a:xfrm>
            <a:off x="4560808" y="30575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2.47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BE4ECB-918A-4BD8-BAD6-64C9F7BEDEDD}"/>
              </a:ext>
            </a:extLst>
          </p:cNvPr>
          <p:cNvSpPr>
            <a:spLocks noGrp="1"/>
          </p:cNvSpPr>
          <p:nvPr/>
        </p:nvSpPr>
        <p:spPr>
          <a:xfrm>
            <a:off x="4458653" y="32194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2.36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F0E505-C6CF-4506-9E4A-94F7711365B8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Nearly sorted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E0578D-E694-465F-ACEC-28989C17BEB4}"/>
              </a:ext>
            </a:extLst>
          </p:cNvPr>
          <p:cNvSpPr>
            <a:spLocks noGrp="1"/>
          </p:cNvSpPr>
          <p:nvPr/>
        </p:nvSpPr>
        <p:spPr>
          <a:xfrm>
            <a:off x="2190750" y="3600450"/>
            <a:ext cx="1123712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9E8B85-A708-4511-A69D-FB2BA3CCD9F2}"/>
              </a:ext>
            </a:extLst>
          </p:cNvPr>
          <p:cNvSpPr>
            <a:spLocks noGrp="1"/>
          </p:cNvSpPr>
          <p:nvPr/>
        </p:nvSpPr>
        <p:spPr>
          <a:xfrm>
            <a:off x="2190750" y="3762375"/>
            <a:ext cx="1773793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27C46F-1051-4E4F-B0F2-D828B1A6509D}"/>
              </a:ext>
            </a:extLst>
          </p:cNvPr>
          <p:cNvSpPr>
            <a:spLocks noGrp="1"/>
          </p:cNvSpPr>
          <p:nvPr/>
        </p:nvSpPr>
        <p:spPr>
          <a:xfrm>
            <a:off x="3390662" y="357187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1.21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6A732D-5B03-4541-80C2-3B866B1E61F7}"/>
              </a:ext>
            </a:extLst>
          </p:cNvPr>
          <p:cNvSpPr>
            <a:spLocks noGrp="1"/>
          </p:cNvSpPr>
          <p:nvPr/>
        </p:nvSpPr>
        <p:spPr>
          <a:xfrm>
            <a:off x="4040743" y="37338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1.91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93CAB0-04FB-470E-8D85-F4C53022E12E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Reverse sorted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E43C91-F1BA-4CFF-BBDC-12EC30DD1DA3}"/>
              </a:ext>
            </a:extLst>
          </p:cNvPr>
          <p:cNvSpPr>
            <a:spLocks noGrp="1"/>
          </p:cNvSpPr>
          <p:nvPr/>
        </p:nvSpPr>
        <p:spPr>
          <a:xfrm>
            <a:off x="2190750" y="4114800"/>
            <a:ext cx="1216581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F1CE4-6D84-4702-8071-929509EBD714}"/>
              </a:ext>
            </a:extLst>
          </p:cNvPr>
          <p:cNvSpPr>
            <a:spLocks noGrp="1"/>
          </p:cNvSpPr>
          <p:nvPr/>
        </p:nvSpPr>
        <p:spPr>
          <a:xfrm>
            <a:off x="2190750" y="4276725"/>
            <a:ext cx="1718072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BC9D8F-7D33-4AFD-A789-55F9F18B1F3D}"/>
              </a:ext>
            </a:extLst>
          </p:cNvPr>
          <p:cNvSpPr>
            <a:spLocks noGrp="1"/>
          </p:cNvSpPr>
          <p:nvPr/>
        </p:nvSpPr>
        <p:spPr>
          <a:xfrm>
            <a:off x="3483531" y="40862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1.31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CC5A7A-B789-4C3C-9882-93BCA3C5DC7A}"/>
              </a:ext>
            </a:extLst>
          </p:cNvPr>
          <p:cNvSpPr>
            <a:spLocks noGrp="1"/>
          </p:cNvSpPr>
          <p:nvPr/>
        </p:nvSpPr>
        <p:spPr>
          <a:xfrm>
            <a:off x="3985022" y="4248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1.85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14889D-3EAE-4ABD-8F79-C25A11A6C4FD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050" b="0">
                <a:solidFill>
                  <a:srgbClr val="172033"/>
                </a:solidFill>
              </a:defRPr>
            </a:defPPr>
            <a:lvl1pPr algn="r">
              <a:defRPr sz="1050" b="0">
                <a:solidFill>
                  <a:srgbClr val="172033"/>
                </a:solidFill>
              </a:defRPr>
            </a:lvl1pPr>
            <a:lvl2pPr algn="r">
              <a:defRPr sz="1050" b="0">
                <a:solidFill>
                  <a:srgbClr val="172033"/>
                </a:solidFill>
              </a:defRPr>
            </a:lvl2pPr>
            <a:lvl3pPr algn="r">
              <a:defRPr sz="1050" b="0">
                <a:solidFill>
                  <a:srgbClr val="172033"/>
                </a:solidFill>
              </a:defRPr>
            </a:lvl3pPr>
            <a:lvl4pPr algn="r">
              <a:defRPr sz="1050" b="0">
                <a:solidFill>
                  <a:srgbClr val="172033"/>
                </a:solidFill>
              </a:defRPr>
            </a:lvl4pPr>
            <a:lvl5pPr algn="r">
              <a:defRPr sz="1050" b="0">
                <a:solidFill>
                  <a:srgbClr val="172033"/>
                </a:solidFill>
              </a:defRPr>
            </a:lvl5pPr>
            <a:lvl6pPr algn="r">
              <a:defRPr sz="1050" b="0">
                <a:solidFill>
                  <a:srgbClr val="172033"/>
                </a:solidFill>
              </a:defRPr>
            </a:lvl6pPr>
            <a:lvl7pPr algn="r">
              <a:defRPr sz="1050" b="0">
                <a:solidFill>
                  <a:srgbClr val="172033"/>
                </a:solidFill>
              </a:defRPr>
            </a:lvl7pPr>
            <a:lvl8pPr algn="r">
              <a:defRPr sz="1050" b="0">
                <a:solidFill>
                  <a:srgbClr val="172033"/>
                </a:solidFill>
              </a:defRPr>
            </a:lvl8pPr>
            <a:lvl9pPr algn="r">
              <a:defRPr sz="1050" b="0">
                <a:solidFill>
                  <a:srgbClr val="172033"/>
                </a:solidFill>
              </a:defRPr>
            </a:lvl9pPr>
          </a:lstStyle>
          <a:p>
            <a:pPr algn="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Many duplicates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F58A25-E15E-4FA3-897A-CCBADBC8C3C2}"/>
              </a:ext>
            </a:extLst>
          </p:cNvPr>
          <p:cNvSpPr>
            <a:spLocks noGrp="1"/>
          </p:cNvSpPr>
          <p:nvPr/>
        </p:nvSpPr>
        <p:spPr>
          <a:xfrm>
            <a:off x="2190750" y="4629150"/>
            <a:ext cx="1448753" cy="1238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313B6-1B05-4165-8205-3CAD71C82768}"/>
              </a:ext>
            </a:extLst>
          </p:cNvPr>
          <p:cNvSpPr>
            <a:spLocks noGrp="1"/>
          </p:cNvSpPr>
          <p:nvPr/>
        </p:nvSpPr>
        <p:spPr>
          <a:xfrm>
            <a:off x="2190750" y="4791075"/>
            <a:ext cx="1355884" cy="1238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2840AC-9DA6-4939-BA2B-030D3A2CE534}"/>
              </a:ext>
            </a:extLst>
          </p:cNvPr>
          <p:cNvSpPr>
            <a:spLocks noGrp="1"/>
          </p:cNvSpPr>
          <p:nvPr/>
        </p:nvSpPr>
        <p:spPr>
          <a:xfrm>
            <a:off x="3715703" y="460057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F59E0B"/>
                </a:solidFill>
              </a:defRPr>
            </a:defPPr>
            <a:lvl1pPr algn="l">
              <a:defRPr sz="825" b="1">
                <a:solidFill>
                  <a:srgbClr val="F59E0B"/>
                </a:solidFill>
              </a:defRPr>
            </a:lvl1pPr>
            <a:lvl2pPr algn="l">
              <a:defRPr sz="825" b="1">
                <a:solidFill>
                  <a:srgbClr val="F59E0B"/>
                </a:solidFill>
              </a:defRPr>
            </a:lvl2pPr>
            <a:lvl3pPr algn="l">
              <a:defRPr sz="825" b="1">
                <a:solidFill>
                  <a:srgbClr val="F59E0B"/>
                </a:solidFill>
              </a:defRPr>
            </a:lvl3pPr>
            <a:lvl4pPr algn="l">
              <a:defRPr sz="825" b="1">
                <a:solidFill>
                  <a:srgbClr val="F59E0B"/>
                </a:solidFill>
              </a:defRPr>
            </a:lvl4pPr>
            <a:lvl5pPr algn="l">
              <a:defRPr sz="825" b="1">
                <a:solidFill>
                  <a:srgbClr val="F59E0B"/>
                </a:solidFill>
              </a:defRPr>
            </a:lvl5pPr>
            <a:lvl6pPr algn="l">
              <a:defRPr sz="825" b="1">
                <a:solidFill>
                  <a:srgbClr val="F59E0B"/>
                </a:solidFill>
              </a:defRPr>
            </a:lvl6pPr>
            <a:lvl7pPr algn="l">
              <a:defRPr sz="825" b="1">
                <a:solidFill>
                  <a:srgbClr val="F59E0B"/>
                </a:solidFill>
              </a:defRPr>
            </a:lvl7pPr>
            <a:lvl8pPr algn="l">
              <a:defRPr sz="825" b="1">
                <a:solidFill>
                  <a:srgbClr val="F59E0B"/>
                </a:solidFill>
              </a:defRPr>
            </a:lvl8pPr>
            <a:lvl9pPr algn="l">
              <a:defRPr sz="825" b="1">
                <a:solidFill>
                  <a:srgbClr val="F59E0B"/>
                </a:solidFill>
              </a:defRPr>
            </a:lvl9pPr>
          </a:lstStyle>
          <a:p>
            <a:pPr algn="l">
              <a:defRPr sz="825" b="1">
                <a:solidFill>
                  <a:srgbClr val="F59E0B"/>
                </a:solidFill>
              </a:defRPr>
            </a:pPr>
            <a:r>
              <a:rPr sz="825" b="1">
                <a:solidFill>
                  <a:srgbClr val="F59E0B"/>
                </a:solidFill>
              </a:rPr>
              <a:t>1.56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D71F0A-D33A-43E0-BE29-0A982910E884}"/>
              </a:ext>
            </a:extLst>
          </p:cNvPr>
          <p:cNvSpPr>
            <a:spLocks noGrp="1"/>
          </p:cNvSpPr>
          <p:nvPr/>
        </p:nvSpPr>
        <p:spPr>
          <a:xfrm>
            <a:off x="3622834" y="47625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1">
                <a:solidFill>
                  <a:srgbClr val="2563EB"/>
                </a:solidFill>
              </a:defRPr>
            </a:defPPr>
            <a:lvl1pPr algn="l">
              <a:defRPr sz="825" b="1">
                <a:solidFill>
                  <a:srgbClr val="2563EB"/>
                </a:solidFill>
              </a:defRPr>
            </a:lvl1pPr>
            <a:lvl2pPr algn="l">
              <a:defRPr sz="825" b="1">
                <a:solidFill>
                  <a:srgbClr val="2563EB"/>
                </a:solidFill>
              </a:defRPr>
            </a:lvl2pPr>
            <a:lvl3pPr algn="l">
              <a:defRPr sz="825" b="1">
                <a:solidFill>
                  <a:srgbClr val="2563EB"/>
                </a:solidFill>
              </a:defRPr>
            </a:lvl3pPr>
            <a:lvl4pPr algn="l">
              <a:defRPr sz="825" b="1">
                <a:solidFill>
                  <a:srgbClr val="2563EB"/>
                </a:solidFill>
              </a:defRPr>
            </a:lvl4pPr>
            <a:lvl5pPr algn="l">
              <a:defRPr sz="825" b="1">
                <a:solidFill>
                  <a:srgbClr val="2563EB"/>
                </a:solidFill>
              </a:defRPr>
            </a:lvl5pPr>
            <a:lvl6pPr algn="l">
              <a:defRPr sz="825" b="1">
                <a:solidFill>
                  <a:srgbClr val="2563EB"/>
                </a:solidFill>
              </a:defRPr>
            </a:lvl6pPr>
            <a:lvl7pPr algn="l">
              <a:defRPr sz="825" b="1">
                <a:solidFill>
                  <a:srgbClr val="2563EB"/>
                </a:solidFill>
              </a:defRPr>
            </a:lvl7pPr>
            <a:lvl8pPr algn="l">
              <a:defRPr sz="825" b="1">
                <a:solidFill>
                  <a:srgbClr val="2563EB"/>
                </a:solidFill>
              </a:defRPr>
            </a:lvl8pPr>
            <a:lvl9pPr algn="l">
              <a:defRPr sz="825" b="1">
                <a:solidFill>
                  <a:srgbClr val="2563EB"/>
                </a:solidFill>
              </a:defRPr>
            </a:lvl9pPr>
          </a:lstStyle>
          <a:p>
            <a:pPr algn="l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1.46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1C5364-8D28-4020-98F2-C4C1693CA652}"/>
              </a:ext>
            </a:extLst>
          </p:cNvPr>
          <p:cNvSpPr>
            <a:spLocks noGrp="1"/>
          </p:cNvSpPr>
          <p:nvPr/>
        </p:nvSpPr>
        <p:spPr>
          <a:xfrm>
            <a:off x="2476500" y="5267325"/>
            <a:ext cx="171450" cy="762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141907-B053-4EFA-B570-E33C341AC917}"/>
              </a:ext>
            </a:extLst>
          </p:cNvPr>
          <p:cNvSpPr>
            <a:spLocks noGrp="1"/>
          </p:cNvSpPr>
          <p:nvPr/>
        </p:nvSpPr>
        <p:spPr>
          <a:xfrm>
            <a:off x="2714625" y="51911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474"/>
                </a:solidFill>
              </a:defRPr>
            </a:defPPr>
            <a:lvl1pPr algn="l">
              <a:defRPr sz="900" b="0">
                <a:solidFill>
                  <a:srgbClr val="5B6474"/>
                </a:solidFill>
              </a:defRPr>
            </a:lvl1pPr>
            <a:lvl2pPr algn="l">
              <a:defRPr sz="900" b="0">
                <a:solidFill>
                  <a:srgbClr val="5B6474"/>
                </a:solidFill>
              </a:defRPr>
            </a:lvl2pPr>
            <a:lvl3pPr algn="l">
              <a:defRPr sz="900" b="0">
                <a:solidFill>
                  <a:srgbClr val="5B6474"/>
                </a:solidFill>
              </a:defRPr>
            </a:lvl3pPr>
            <a:lvl4pPr algn="l">
              <a:defRPr sz="900" b="0">
                <a:solidFill>
                  <a:srgbClr val="5B6474"/>
                </a:solidFill>
              </a:defRPr>
            </a:lvl4pPr>
            <a:lvl5pPr algn="l">
              <a:defRPr sz="900" b="0">
                <a:solidFill>
                  <a:srgbClr val="5B6474"/>
                </a:solidFill>
              </a:defRPr>
            </a:lvl5pPr>
            <a:lvl6pPr algn="l">
              <a:defRPr sz="900" b="0">
                <a:solidFill>
                  <a:srgbClr val="5B6474"/>
                </a:solidFill>
              </a:defRPr>
            </a:lvl6pPr>
            <a:lvl7pPr algn="l">
              <a:defRPr sz="900" b="0">
                <a:solidFill>
                  <a:srgbClr val="5B6474"/>
                </a:solidFill>
              </a:defRPr>
            </a:lvl7pPr>
            <a:lvl8pPr algn="l">
              <a:defRPr sz="900" b="0">
                <a:solidFill>
                  <a:srgbClr val="5B6474"/>
                </a:solidFill>
              </a:defRPr>
            </a:lvl8pPr>
            <a:lvl9pPr algn="l">
              <a:defRPr sz="900" b="0">
                <a:solidFill>
                  <a:srgbClr val="5B6474"/>
                </a:solidFill>
              </a:defRPr>
            </a:lvl9pPr>
          </a:lstStyle>
          <a:p>
            <a:pPr algn="l">
              <a:defRPr sz="900" b="0">
                <a:solidFill>
                  <a:srgbClr val="5B6474"/>
                </a:solidFill>
              </a:defRPr>
            </a:pPr>
            <a:r>
              <a:rPr sz="900" b="0">
                <a:solidFill>
                  <a:srgbClr val="5B6474"/>
                </a:solidFill>
              </a:rPr>
              <a:t>Median of Medians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C7EE04-4CEE-4FE8-8684-B3BADA0F5936}"/>
              </a:ext>
            </a:extLst>
          </p:cNvPr>
          <p:cNvSpPr>
            <a:spLocks noGrp="1"/>
          </p:cNvSpPr>
          <p:nvPr/>
        </p:nvSpPr>
        <p:spPr>
          <a:xfrm>
            <a:off x="4286250" y="5267325"/>
            <a:ext cx="17145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4C8CA4-9742-4B1D-A7B9-9F4662AF7116}"/>
              </a:ext>
            </a:extLst>
          </p:cNvPr>
          <p:cNvSpPr>
            <a:spLocks noGrp="1"/>
          </p:cNvSpPr>
          <p:nvPr/>
        </p:nvSpPr>
        <p:spPr>
          <a:xfrm>
            <a:off x="4524375" y="5191125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0">
                <a:solidFill>
                  <a:srgbClr val="5B6474"/>
                </a:solidFill>
              </a:defRPr>
            </a:defPPr>
            <a:lvl1pPr algn="l">
              <a:defRPr sz="900" b="0">
                <a:solidFill>
                  <a:srgbClr val="5B6474"/>
                </a:solidFill>
              </a:defRPr>
            </a:lvl1pPr>
            <a:lvl2pPr algn="l">
              <a:defRPr sz="900" b="0">
                <a:solidFill>
                  <a:srgbClr val="5B6474"/>
                </a:solidFill>
              </a:defRPr>
            </a:lvl2pPr>
            <a:lvl3pPr algn="l">
              <a:defRPr sz="900" b="0">
                <a:solidFill>
                  <a:srgbClr val="5B6474"/>
                </a:solidFill>
              </a:defRPr>
            </a:lvl3pPr>
            <a:lvl4pPr algn="l">
              <a:defRPr sz="900" b="0">
                <a:solidFill>
                  <a:srgbClr val="5B6474"/>
                </a:solidFill>
              </a:defRPr>
            </a:lvl4pPr>
            <a:lvl5pPr algn="l">
              <a:defRPr sz="900" b="0">
                <a:solidFill>
                  <a:srgbClr val="5B6474"/>
                </a:solidFill>
              </a:defRPr>
            </a:lvl5pPr>
            <a:lvl6pPr algn="l">
              <a:defRPr sz="900" b="0">
                <a:solidFill>
                  <a:srgbClr val="5B6474"/>
                </a:solidFill>
              </a:defRPr>
            </a:lvl6pPr>
            <a:lvl7pPr algn="l">
              <a:defRPr sz="900" b="0">
                <a:solidFill>
                  <a:srgbClr val="5B6474"/>
                </a:solidFill>
              </a:defRPr>
            </a:lvl7pPr>
            <a:lvl8pPr algn="l">
              <a:defRPr sz="900" b="0">
                <a:solidFill>
                  <a:srgbClr val="5B6474"/>
                </a:solidFill>
              </a:defRPr>
            </a:lvl8pPr>
            <a:lvl9pPr algn="l">
              <a:defRPr sz="900" b="0">
                <a:solidFill>
                  <a:srgbClr val="5B6474"/>
                </a:solidFill>
              </a:defRPr>
            </a:lvl9pPr>
          </a:lstStyle>
          <a:p>
            <a:pPr algn="l">
              <a:defRPr sz="900" b="0">
                <a:solidFill>
                  <a:srgbClr val="5B6474"/>
                </a:solidFill>
              </a:defRPr>
            </a:pPr>
            <a:r>
              <a:rPr sz="900" b="0">
                <a:solidFill>
                  <a:srgbClr val="5B6474"/>
                </a:solidFill>
              </a:rPr>
              <a:t>Quickselect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EA40B2-A8C5-4C91-9357-F6EA36A55911}"/>
              </a:ext>
            </a:extLst>
          </p:cNvPr>
          <p:cNvSpPr>
            <a:spLocks noGrp="1"/>
          </p:cNvSpPr>
          <p:nvPr/>
        </p:nvSpPr>
        <p:spPr>
          <a:xfrm>
            <a:off x="7715250" y="1676400"/>
            <a:ext cx="3429000" cy="1314450"/>
          </a:xfrm>
          <a:prstGeom prst="roundRect">
            <a:avLst>
              <a:gd name="adj" fmla="val 5797"/>
            </a:avLst>
          </a:prstGeom>
          <a:solidFill>
            <a:srgbClr val="EAF2FF"/>
          </a:solidFill>
          <a:ln w="9525">
            <a:solidFill>
              <a:srgbClr val="EA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88FCBB-1071-4FBC-A101-014661A0D80C}"/>
              </a:ext>
            </a:extLst>
          </p:cNvPr>
          <p:cNvSpPr>
            <a:spLocks noGrp="1"/>
          </p:cNvSpPr>
          <p:nvPr/>
        </p:nvSpPr>
        <p:spPr>
          <a:xfrm>
            <a:off x="7981950" y="184785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563EB"/>
                </a:solidFill>
              </a:defRPr>
            </a:defPPr>
            <a:lvl1pPr algn="ctr">
              <a:defRPr sz="1500" b="1">
                <a:solidFill>
                  <a:srgbClr val="2563EB"/>
                </a:solidFill>
              </a:defRPr>
            </a:lvl1pPr>
            <a:lvl2pPr algn="ctr">
              <a:defRPr sz="1500" b="1">
                <a:solidFill>
                  <a:srgbClr val="2563EB"/>
                </a:solidFill>
              </a:defRPr>
            </a:lvl2pPr>
            <a:lvl3pPr algn="ctr">
              <a:defRPr sz="1500" b="1">
                <a:solidFill>
                  <a:srgbClr val="2563EB"/>
                </a:solidFill>
              </a:defRPr>
            </a:lvl3pPr>
            <a:lvl4pPr algn="ctr">
              <a:defRPr sz="1500" b="1">
                <a:solidFill>
                  <a:srgbClr val="2563EB"/>
                </a:solidFill>
              </a:defRPr>
            </a:lvl4pPr>
            <a:lvl5pPr algn="ctr">
              <a:defRPr sz="1500" b="1">
                <a:solidFill>
                  <a:srgbClr val="2563EB"/>
                </a:solidFill>
              </a:defRPr>
            </a:lvl5pPr>
            <a:lvl6pPr algn="ctr">
              <a:defRPr sz="1500" b="1">
                <a:solidFill>
                  <a:srgbClr val="2563EB"/>
                </a:solidFill>
              </a:defRPr>
            </a:lvl6pPr>
            <a:lvl7pPr algn="ctr">
              <a:defRPr sz="1500" b="1">
                <a:solidFill>
                  <a:srgbClr val="2563EB"/>
                </a:solidFill>
              </a:defRPr>
            </a:lvl7pPr>
            <a:lvl8pPr algn="ctr">
              <a:defRPr sz="1500" b="1">
                <a:solidFill>
                  <a:srgbClr val="2563EB"/>
                </a:solidFill>
              </a:defRPr>
            </a:lvl8pPr>
            <a:lvl9pPr algn="ctr">
              <a:defRPr sz="1500" b="1">
                <a:solidFill>
                  <a:srgbClr val="2563EB"/>
                </a:solidFill>
              </a:defRPr>
            </a:lvl9pPr>
          </a:lstStyle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Sorted input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957CDF-43D8-4C1A-A0B8-C0830E65D6CD}"/>
              </a:ext>
            </a:extLst>
          </p:cNvPr>
          <p:cNvSpPr>
            <a:spLocks noGrp="1"/>
          </p:cNvSpPr>
          <p:nvPr/>
        </p:nvSpPr>
        <p:spPr>
          <a:xfrm>
            <a:off x="7981950" y="2228850"/>
            <a:ext cx="2895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172033"/>
                </a:solidFill>
              </a:defRPr>
            </a:defPPr>
            <a:lvl1pPr algn="ctr">
              <a:defRPr sz="1275" b="0">
                <a:solidFill>
                  <a:srgbClr val="172033"/>
                </a:solidFill>
              </a:defRPr>
            </a:lvl1pPr>
            <a:lvl2pPr algn="ctr">
              <a:defRPr sz="1275" b="0">
                <a:solidFill>
                  <a:srgbClr val="172033"/>
                </a:solidFill>
              </a:defRPr>
            </a:lvl2pPr>
            <a:lvl3pPr algn="ctr">
              <a:defRPr sz="1275" b="0">
                <a:solidFill>
                  <a:srgbClr val="172033"/>
                </a:solidFill>
              </a:defRPr>
            </a:lvl3pPr>
            <a:lvl4pPr algn="ctr">
              <a:defRPr sz="1275" b="0">
                <a:solidFill>
                  <a:srgbClr val="172033"/>
                </a:solidFill>
              </a:defRPr>
            </a:lvl4pPr>
            <a:lvl5pPr algn="ctr">
              <a:defRPr sz="1275" b="0">
                <a:solidFill>
                  <a:srgbClr val="172033"/>
                </a:solidFill>
              </a:defRPr>
            </a:lvl5pPr>
            <a:lvl6pPr algn="ctr">
              <a:defRPr sz="1275" b="0">
                <a:solidFill>
                  <a:srgbClr val="172033"/>
                </a:solidFill>
              </a:defRPr>
            </a:lvl6pPr>
            <a:lvl7pPr algn="ctr">
              <a:defRPr sz="1275" b="0">
                <a:solidFill>
                  <a:srgbClr val="172033"/>
                </a:solidFill>
              </a:defRPr>
            </a:lvl7pPr>
            <a:lvl8pPr algn="ctr">
              <a:defRPr sz="1275" b="0">
                <a:solidFill>
                  <a:srgbClr val="172033"/>
                </a:solidFill>
              </a:defRPr>
            </a:lvl8pPr>
            <a:lvl9pPr algn="ctr">
              <a:defRPr sz="1275" b="0">
                <a:solidFill>
                  <a:srgbClr val="172033"/>
                </a:solidFill>
              </a:defRPr>
            </a:lvl9pPr>
          </a:lstStyle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Quickselect changed by 3.35 times between its fastest and slowest ranks.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14647BD-5B4D-4BB9-8A8C-1173067D9E3D}"/>
              </a:ext>
            </a:extLst>
          </p:cNvPr>
          <p:cNvSpPr>
            <a:spLocks noGrp="1"/>
          </p:cNvSpPr>
          <p:nvPr/>
        </p:nvSpPr>
        <p:spPr>
          <a:xfrm>
            <a:off x="7715250" y="3257550"/>
            <a:ext cx="3429000" cy="1314450"/>
          </a:xfrm>
          <a:prstGeom prst="roundRect">
            <a:avLst>
              <a:gd name="adj" fmla="val 5797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FAD0CC-B112-4B10-8AE5-D257D83EB375}"/>
              </a:ext>
            </a:extLst>
          </p:cNvPr>
          <p:cNvSpPr>
            <a:spLocks noGrp="1"/>
          </p:cNvSpPr>
          <p:nvPr/>
        </p:nvSpPr>
        <p:spPr>
          <a:xfrm>
            <a:off x="7981950" y="3429000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F59E0B"/>
                </a:solidFill>
              </a:defRPr>
            </a:defPPr>
            <a:lvl1pPr algn="ctr">
              <a:defRPr sz="1500" b="1">
                <a:solidFill>
                  <a:srgbClr val="F59E0B"/>
                </a:solidFill>
              </a:defRPr>
            </a:lvl1pPr>
            <a:lvl2pPr algn="ctr">
              <a:defRPr sz="1500" b="1">
                <a:solidFill>
                  <a:srgbClr val="F59E0B"/>
                </a:solidFill>
              </a:defRPr>
            </a:lvl2pPr>
            <a:lvl3pPr algn="ctr">
              <a:defRPr sz="1500" b="1">
                <a:solidFill>
                  <a:srgbClr val="F59E0B"/>
                </a:solidFill>
              </a:defRPr>
            </a:lvl3pPr>
            <a:lvl4pPr algn="ctr">
              <a:defRPr sz="1500" b="1">
                <a:solidFill>
                  <a:srgbClr val="F59E0B"/>
                </a:solidFill>
              </a:defRPr>
            </a:lvl4pPr>
            <a:lvl5pPr algn="ctr">
              <a:defRPr sz="1500" b="1">
                <a:solidFill>
                  <a:srgbClr val="F59E0B"/>
                </a:solidFill>
              </a:defRPr>
            </a:lvl5pPr>
            <a:lvl6pPr algn="ctr">
              <a:defRPr sz="1500" b="1">
                <a:solidFill>
                  <a:srgbClr val="F59E0B"/>
                </a:solidFill>
              </a:defRPr>
            </a:lvl6pPr>
            <a:lvl7pPr algn="ctr">
              <a:defRPr sz="1500" b="1">
                <a:solidFill>
                  <a:srgbClr val="F59E0B"/>
                </a:solidFill>
              </a:defRPr>
            </a:lvl7pPr>
            <a:lvl8pPr algn="ctr">
              <a:defRPr sz="1500" b="1">
                <a:solidFill>
                  <a:srgbClr val="F59E0B"/>
                </a:solidFill>
              </a:defRPr>
            </a:lvl8pPr>
            <a:lvl9pPr algn="ctr">
              <a:defRPr sz="1500" b="1">
                <a:solidFill>
                  <a:srgbClr val="F59E0B"/>
                </a:solidFill>
              </a:defRPr>
            </a:lvl9pPr>
          </a:lstStyle>
          <a:p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All-equal input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AE2243-F0F2-4445-AA1F-10D9B81EFD06}"/>
              </a:ext>
            </a:extLst>
          </p:cNvPr>
          <p:cNvSpPr>
            <a:spLocks noGrp="1"/>
          </p:cNvSpPr>
          <p:nvPr/>
        </p:nvSpPr>
        <p:spPr>
          <a:xfrm>
            <a:off x="7981950" y="3810000"/>
            <a:ext cx="2895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172033"/>
                </a:solidFill>
              </a:defRPr>
            </a:defPPr>
            <a:lvl1pPr algn="ctr">
              <a:defRPr sz="1275" b="0">
                <a:solidFill>
                  <a:srgbClr val="172033"/>
                </a:solidFill>
              </a:defRPr>
            </a:lvl1pPr>
            <a:lvl2pPr algn="ctr">
              <a:defRPr sz="1275" b="0">
                <a:solidFill>
                  <a:srgbClr val="172033"/>
                </a:solidFill>
              </a:defRPr>
            </a:lvl2pPr>
            <a:lvl3pPr algn="ctr">
              <a:defRPr sz="1275" b="0">
                <a:solidFill>
                  <a:srgbClr val="172033"/>
                </a:solidFill>
              </a:defRPr>
            </a:lvl3pPr>
            <a:lvl4pPr algn="ctr">
              <a:defRPr sz="1275" b="0">
                <a:solidFill>
                  <a:srgbClr val="172033"/>
                </a:solidFill>
              </a:defRPr>
            </a:lvl4pPr>
            <a:lvl5pPr algn="ctr">
              <a:defRPr sz="1275" b="0">
                <a:solidFill>
                  <a:srgbClr val="172033"/>
                </a:solidFill>
              </a:defRPr>
            </a:lvl5pPr>
            <a:lvl6pPr algn="ctr">
              <a:defRPr sz="1275" b="0">
                <a:solidFill>
                  <a:srgbClr val="172033"/>
                </a:solidFill>
              </a:defRPr>
            </a:lvl6pPr>
            <a:lvl7pPr algn="ctr">
              <a:defRPr sz="1275" b="0">
                <a:solidFill>
                  <a:srgbClr val="172033"/>
                </a:solidFill>
              </a:defRPr>
            </a:lvl7pPr>
            <a:lvl8pPr algn="ctr">
              <a:defRPr sz="1275" b="0">
                <a:solidFill>
                  <a:srgbClr val="172033"/>
                </a:solidFill>
              </a:defRPr>
            </a:lvl8pPr>
            <a:lvl9pPr algn="ctr">
              <a:defRPr sz="1275" b="0">
                <a:solidFill>
                  <a:srgbClr val="172033"/>
                </a:solidFill>
              </a:defRPr>
            </a:lvl9pPr>
          </a:lstStyle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Both searches should stop in the first equal region, yet elapsed time still varied.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BCC2DD-E23E-4302-AFC4-AED6DDB5885A}"/>
              </a:ext>
            </a:extLst>
          </p:cNvPr>
          <p:cNvSpPr>
            <a:spLocks noGrp="1"/>
          </p:cNvSpPr>
          <p:nvPr/>
        </p:nvSpPr>
        <p:spPr>
          <a:xfrm>
            <a:off x="7715250" y="50482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0">
                <a:solidFill>
                  <a:srgbClr val="5B6474"/>
                </a:solidFill>
              </a:defRPr>
            </a:defPPr>
            <a:lvl1pPr algn="ctr">
              <a:defRPr sz="1200" b="0">
                <a:solidFill>
                  <a:srgbClr val="5B6474"/>
                </a:solidFill>
              </a:defRPr>
            </a:lvl1pPr>
            <a:lvl2pPr algn="ctr">
              <a:defRPr sz="1200" b="0">
                <a:solidFill>
                  <a:srgbClr val="5B6474"/>
                </a:solidFill>
              </a:defRPr>
            </a:lvl2pPr>
            <a:lvl3pPr algn="ctr">
              <a:defRPr sz="1200" b="0">
                <a:solidFill>
                  <a:srgbClr val="5B6474"/>
                </a:solidFill>
              </a:defRPr>
            </a:lvl3pPr>
            <a:lvl4pPr algn="ctr">
              <a:defRPr sz="1200" b="0">
                <a:solidFill>
                  <a:srgbClr val="5B6474"/>
                </a:solidFill>
              </a:defRPr>
            </a:lvl4pPr>
            <a:lvl5pPr algn="ctr">
              <a:defRPr sz="1200" b="0">
                <a:solidFill>
                  <a:srgbClr val="5B6474"/>
                </a:solidFill>
              </a:defRPr>
            </a:lvl5pPr>
            <a:lvl6pPr algn="ctr">
              <a:defRPr sz="1200" b="0">
                <a:solidFill>
                  <a:srgbClr val="5B6474"/>
                </a:solidFill>
              </a:defRPr>
            </a:lvl6pPr>
            <a:lvl7pPr algn="ctr">
              <a:defRPr sz="1200" b="0">
                <a:solidFill>
                  <a:srgbClr val="5B6474"/>
                </a:solidFill>
              </a:defRPr>
            </a:lvl7pPr>
            <a:lvl8pPr algn="ctr">
              <a:defRPr sz="1200" b="0">
                <a:solidFill>
                  <a:srgbClr val="5B6474"/>
                </a:solidFill>
              </a:defRPr>
            </a:lvl8pPr>
            <a:lvl9pPr algn="ctr">
              <a:defRPr sz="1200" b="0">
                <a:solidFill>
                  <a:srgbClr val="5B6474"/>
                </a:solidFill>
              </a:defRPr>
            </a:lvl9pPr>
          </a:lstStyle>
          <a:p>
            <a:pPr algn="ctr">
              <a:defRPr sz="1200" b="0">
                <a:solidFill>
                  <a:srgbClr val="5B6474"/>
                </a:solidFill>
              </a:defRPr>
            </a:pPr>
            <a:r>
              <a:rPr sz="1200" b="0">
                <a:solidFill>
                  <a:srgbClr val="5B6474"/>
                </a:solidFill>
              </a:rPr>
              <a:t>The chart reports median timing ratios, not extra partition counts.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BF4BA0-739D-4ED2-B690-04EC73F0CE68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08981B-FB85-4BC6-8980-3E360581B2D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057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0A82E3-8EF2-430A-A339-531B39D8B6EA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2563EB"/>
                </a:solidFill>
              </a:defRPr>
            </a:defPPr>
            <a:lvl1pPr algn="l">
              <a:defRPr sz="900" b="1">
                <a:solidFill>
                  <a:srgbClr val="2563EB"/>
                </a:solidFill>
              </a:defRPr>
            </a:lvl1pPr>
            <a:lvl2pPr algn="l">
              <a:defRPr sz="900" b="1">
                <a:solidFill>
                  <a:srgbClr val="2563EB"/>
                </a:solidFill>
              </a:defRPr>
            </a:lvl2pPr>
            <a:lvl3pPr algn="l">
              <a:defRPr sz="900" b="1">
                <a:solidFill>
                  <a:srgbClr val="2563EB"/>
                </a:solidFill>
              </a:defRPr>
            </a:lvl3pPr>
            <a:lvl4pPr algn="l">
              <a:defRPr sz="900" b="1">
                <a:solidFill>
                  <a:srgbClr val="2563EB"/>
                </a:solidFill>
              </a:defRPr>
            </a:lvl4pPr>
            <a:lvl5pPr algn="l">
              <a:defRPr sz="900" b="1">
                <a:solidFill>
                  <a:srgbClr val="2563EB"/>
                </a:solidFill>
              </a:defRPr>
            </a:lvl5pPr>
            <a:lvl6pPr algn="l">
              <a:defRPr sz="900" b="1">
                <a:solidFill>
                  <a:srgbClr val="2563EB"/>
                </a:solidFill>
              </a:defRPr>
            </a:lvl6pPr>
            <a:lvl7pPr algn="l">
              <a:defRPr sz="900" b="1">
                <a:solidFill>
                  <a:srgbClr val="2563EB"/>
                </a:solidFill>
              </a:defRPr>
            </a:lvl7pPr>
            <a:lvl8pPr algn="l">
              <a:defRPr sz="900" b="1">
                <a:solidFill>
                  <a:srgbClr val="2563EB"/>
                </a:solidFill>
              </a:defRPr>
            </a:lvl8pPr>
            <a:lvl9pPr algn="l">
              <a:defRPr sz="900" b="1">
                <a:solidFill>
                  <a:srgbClr val="2563EB"/>
                </a:solidFill>
              </a:defRPr>
            </a:lvl9pPr>
          </a:lstStyle>
          <a:p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MOST SURPRISING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DF9C1-8D87-4F44-BFED-0969D315342D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400" b="1">
                <a:solidFill>
                  <a:srgbClr val="14213D"/>
                </a:solidFill>
              </a:defRPr>
            </a:defPPr>
            <a:lvl1pPr algn="l">
              <a:defRPr sz="2400" b="1">
                <a:solidFill>
                  <a:srgbClr val="14213D"/>
                </a:solidFill>
              </a:defRPr>
            </a:lvl1pPr>
            <a:lvl2pPr algn="l">
              <a:defRPr sz="2400" b="1">
                <a:solidFill>
                  <a:srgbClr val="14213D"/>
                </a:solidFill>
              </a:defRPr>
            </a:lvl2pPr>
            <a:lvl3pPr algn="l">
              <a:defRPr sz="2400" b="1">
                <a:solidFill>
                  <a:srgbClr val="14213D"/>
                </a:solidFill>
              </a:defRPr>
            </a:lvl3pPr>
            <a:lvl4pPr algn="l">
              <a:defRPr sz="2400" b="1">
                <a:solidFill>
                  <a:srgbClr val="14213D"/>
                </a:solidFill>
              </a:defRPr>
            </a:lvl4pPr>
            <a:lvl5pPr algn="l">
              <a:defRPr sz="2400" b="1">
                <a:solidFill>
                  <a:srgbClr val="14213D"/>
                </a:solidFill>
              </a:defRPr>
            </a:lvl5pPr>
            <a:lvl6pPr algn="l">
              <a:defRPr sz="2400" b="1">
                <a:solidFill>
                  <a:srgbClr val="14213D"/>
                </a:solidFill>
              </a:defRPr>
            </a:lvl6pPr>
            <a:lvl7pPr algn="l">
              <a:defRPr sz="2400" b="1">
                <a:solidFill>
                  <a:srgbClr val="14213D"/>
                </a:solidFill>
              </a:defRPr>
            </a:lvl7pPr>
            <a:lvl8pPr algn="l">
              <a:defRPr sz="2400" b="1">
                <a:solidFill>
                  <a:srgbClr val="14213D"/>
                </a:solidFill>
              </a:defRPr>
            </a:lvl8pPr>
            <a:lvl9pPr algn="l">
              <a:defRPr sz="2400" b="1">
                <a:solidFill>
                  <a:srgbClr val="14213D"/>
                </a:solidFill>
              </a:defRPr>
            </a:lvl9pPr>
          </a:lstStyle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The all-equal case still varied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25A9DE-A0BE-41C6-A1F5-AC8A32CB58F3}"/>
              </a:ext>
            </a:extLst>
          </p:cNvPr>
          <p:cNvSpPr>
            <a:spLocks noGrp="1"/>
          </p:cNvSpPr>
          <p:nvPr/>
        </p:nvSpPr>
        <p:spPr>
          <a:xfrm>
            <a:off x="10287000" y="4000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975" b="1">
                <a:solidFill>
                  <a:srgbClr val="5B6474"/>
                </a:solidFill>
              </a:defRPr>
            </a:defPPr>
            <a:lvl1pPr algn="r">
              <a:defRPr sz="975" b="1">
                <a:solidFill>
                  <a:srgbClr val="5B6474"/>
                </a:solidFill>
              </a:defRPr>
            </a:lvl1pPr>
            <a:lvl2pPr algn="r">
              <a:defRPr sz="975" b="1">
                <a:solidFill>
                  <a:srgbClr val="5B6474"/>
                </a:solidFill>
              </a:defRPr>
            </a:lvl2pPr>
            <a:lvl3pPr algn="r">
              <a:defRPr sz="975" b="1">
                <a:solidFill>
                  <a:srgbClr val="5B6474"/>
                </a:solidFill>
              </a:defRPr>
            </a:lvl3pPr>
            <a:lvl4pPr algn="r">
              <a:defRPr sz="975" b="1">
                <a:solidFill>
                  <a:srgbClr val="5B6474"/>
                </a:solidFill>
              </a:defRPr>
            </a:lvl4pPr>
            <a:lvl5pPr algn="r">
              <a:defRPr sz="975" b="1">
                <a:solidFill>
                  <a:srgbClr val="5B6474"/>
                </a:solidFill>
              </a:defRPr>
            </a:lvl5pPr>
            <a:lvl6pPr algn="r">
              <a:defRPr sz="975" b="1">
                <a:solidFill>
                  <a:srgbClr val="5B6474"/>
                </a:solidFill>
              </a:defRPr>
            </a:lvl6pPr>
            <a:lvl7pPr algn="r">
              <a:defRPr sz="975" b="1">
                <a:solidFill>
                  <a:srgbClr val="5B6474"/>
                </a:solidFill>
              </a:defRPr>
            </a:lvl7pPr>
            <a:lvl8pPr algn="r">
              <a:defRPr sz="975" b="1">
                <a:solidFill>
                  <a:srgbClr val="5B6474"/>
                </a:solidFill>
              </a:defRPr>
            </a:lvl8pPr>
            <a:lvl9pPr algn="r">
              <a:defRPr sz="975" b="1">
                <a:solidFill>
                  <a:srgbClr val="5B6474"/>
                </a:solidFill>
              </a:defRPr>
            </a:lvl9pPr>
          </a:lstStyle>
          <a:p>
            <a:pPr algn="r">
              <a:defRPr sz="975" b="1">
                <a:solidFill>
                  <a:srgbClr val="5B6474"/>
                </a:solidFill>
              </a:defRPr>
            </a:pPr>
            <a:r>
              <a:rPr sz="975" b="1">
                <a:solidFill>
                  <a:srgbClr val="5B6474"/>
                </a:solidFill>
              </a:rPr>
              <a:t>Jonathan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D76D6-9F33-4B02-87E2-7659E4717DAC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10109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08BC6-C6EB-415A-B53F-2FECDE3D75FA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59669"/>
                </a:solidFill>
              </a:defRPr>
            </a:defPPr>
            <a:lvl1pPr algn="ctr">
              <a:defRPr sz="1725" b="1">
                <a:solidFill>
                  <a:srgbClr val="059669"/>
                </a:solidFill>
              </a:defRPr>
            </a:lvl1pPr>
            <a:lvl2pPr algn="ctr">
              <a:defRPr sz="1725" b="1">
                <a:solidFill>
                  <a:srgbClr val="059669"/>
                </a:solidFill>
              </a:defRPr>
            </a:lvl2pPr>
            <a:lvl3pPr algn="ctr">
              <a:defRPr sz="1725" b="1">
                <a:solidFill>
                  <a:srgbClr val="059669"/>
                </a:solidFill>
              </a:defRPr>
            </a:lvl3pPr>
            <a:lvl4pPr algn="ctr">
              <a:defRPr sz="1725" b="1">
                <a:solidFill>
                  <a:srgbClr val="059669"/>
                </a:solidFill>
              </a:defRPr>
            </a:lvl4pPr>
            <a:lvl5pPr algn="ctr">
              <a:defRPr sz="1725" b="1">
                <a:solidFill>
                  <a:srgbClr val="059669"/>
                </a:solidFill>
              </a:defRPr>
            </a:lvl5pPr>
            <a:lvl6pPr algn="ctr">
              <a:defRPr sz="1725" b="1">
                <a:solidFill>
                  <a:srgbClr val="059669"/>
                </a:solidFill>
              </a:defRPr>
            </a:lvl6pPr>
            <a:lvl7pPr algn="ctr">
              <a:defRPr sz="1725" b="1">
                <a:solidFill>
                  <a:srgbClr val="059669"/>
                </a:solidFill>
              </a:defRPr>
            </a:lvl7pPr>
            <a:lvl8pPr algn="ctr">
              <a:defRPr sz="1725" b="1">
                <a:solidFill>
                  <a:srgbClr val="059669"/>
                </a:solidFill>
              </a:defRPr>
            </a:lvl8pPr>
            <a:lvl9pPr algn="ctr">
              <a:defRPr sz="1725" b="1">
                <a:solidFill>
                  <a:srgbClr val="059669"/>
                </a:solidFill>
              </a:defRPr>
            </a:lvl9pPr>
          </a:lstStyle>
          <a:p>
            <a:pPr algn="ct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Expected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06ABC26-E2E2-4496-80C0-3C09D7AB50AF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4476750" cy="2286000"/>
          </a:xfrm>
          <a:prstGeom prst="roundRect">
            <a:avLst>
              <a:gd name="adj" fmla="val 3333"/>
            </a:avLst>
          </a:prstGeom>
          <a:solidFill>
            <a:srgbClr val="E8F7F1"/>
          </a:solidFill>
          <a:ln w="9525">
            <a:solidFill>
              <a:srgbClr val="E8F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FEA1A0-0172-474F-AA2A-46F85B8AC1B2}"/>
              </a:ext>
            </a:extLst>
          </p:cNvPr>
          <p:cNvSpPr>
            <a:spLocks noGrp="1"/>
          </p:cNvSpPr>
          <p:nvPr/>
        </p:nvSpPr>
        <p:spPr>
          <a:xfrm>
            <a:off x="1000125" y="2457450"/>
            <a:ext cx="571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CF01D-4751-449E-B778-DC1096B64C24}"/>
              </a:ext>
            </a:extLst>
          </p:cNvPr>
          <p:cNvSpPr>
            <a:spLocks noGrp="1"/>
          </p:cNvSpPr>
          <p:nvPr/>
        </p:nvSpPr>
        <p:spPr>
          <a:xfrm>
            <a:off x="1000125" y="24574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26412E-B165-4825-9957-D2B3639CA76E}"/>
              </a:ext>
            </a:extLst>
          </p:cNvPr>
          <p:cNvSpPr>
            <a:spLocks noGrp="1"/>
          </p:cNvSpPr>
          <p:nvPr/>
        </p:nvSpPr>
        <p:spPr>
          <a:xfrm>
            <a:off x="1628775" y="2457450"/>
            <a:ext cx="571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8746C-03C5-43DE-9A82-6F0FAF6EA35E}"/>
              </a:ext>
            </a:extLst>
          </p:cNvPr>
          <p:cNvSpPr>
            <a:spLocks noGrp="1"/>
          </p:cNvSpPr>
          <p:nvPr/>
        </p:nvSpPr>
        <p:spPr>
          <a:xfrm>
            <a:off x="1628775" y="24574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7D2726-1812-4329-ABD7-2A6BBD97CA16}"/>
              </a:ext>
            </a:extLst>
          </p:cNvPr>
          <p:cNvSpPr>
            <a:spLocks noGrp="1"/>
          </p:cNvSpPr>
          <p:nvPr/>
        </p:nvSpPr>
        <p:spPr>
          <a:xfrm>
            <a:off x="2257425" y="2457450"/>
            <a:ext cx="571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F3F186-9346-4839-85E2-93DB714F59AD}"/>
              </a:ext>
            </a:extLst>
          </p:cNvPr>
          <p:cNvSpPr>
            <a:spLocks noGrp="1"/>
          </p:cNvSpPr>
          <p:nvPr/>
        </p:nvSpPr>
        <p:spPr>
          <a:xfrm>
            <a:off x="2257425" y="24574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60649A-17EF-410D-8547-C38A3F71825F}"/>
              </a:ext>
            </a:extLst>
          </p:cNvPr>
          <p:cNvSpPr>
            <a:spLocks noGrp="1"/>
          </p:cNvSpPr>
          <p:nvPr/>
        </p:nvSpPr>
        <p:spPr>
          <a:xfrm>
            <a:off x="2886075" y="2457450"/>
            <a:ext cx="571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49E74D-40D4-4CAD-833E-1E99637CCD22}"/>
              </a:ext>
            </a:extLst>
          </p:cNvPr>
          <p:cNvSpPr>
            <a:spLocks noGrp="1"/>
          </p:cNvSpPr>
          <p:nvPr/>
        </p:nvSpPr>
        <p:spPr>
          <a:xfrm>
            <a:off x="2886075" y="24574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F71841-0C27-4256-BDB4-C0F24461A662}"/>
              </a:ext>
            </a:extLst>
          </p:cNvPr>
          <p:cNvSpPr>
            <a:spLocks noGrp="1"/>
          </p:cNvSpPr>
          <p:nvPr/>
        </p:nvSpPr>
        <p:spPr>
          <a:xfrm>
            <a:off x="3514725" y="2457450"/>
            <a:ext cx="571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D3AD9A-7578-4D0A-B036-3AF132A8036B}"/>
              </a:ext>
            </a:extLst>
          </p:cNvPr>
          <p:cNvSpPr>
            <a:spLocks noGrp="1"/>
          </p:cNvSpPr>
          <p:nvPr/>
        </p:nvSpPr>
        <p:spPr>
          <a:xfrm>
            <a:off x="3514725" y="2457450"/>
            <a:ext cx="57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72033"/>
                </a:solidFill>
              </a:defRPr>
            </a:defPPr>
            <a:lvl1pPr algn="ctr">
              <a:defRPr sz="1500" b="1">
                <a:solidFill>
                  <a:srgbClr val="172033"/>
                </a:solidFill>
              </a:defRPr>
            </a:lvl1pPr>
            <a:lvl2pPr algn="ctr">
              <a:defRPr sz="1500" b="1">
                <a:solidFill>
                  <a:srgbClr val="172033"/>
                </a:solidFill>
              </a:defRPr>
            </a:lvl2pPr>
            <a:lvl3pPr algn="ctr">
              <a:defRPr sz="1500" b="1">
                <a:solidFill>
                  <a:srgbClr val="172033"/>
                </a:solidFill>
              </a:defRPr>
            </a:lvl3pPr>
            <a:lvl4pPr algn="ctr">
              <a:defRPr sz="1500" b="1">
                <a:solidFill>
                  <a:srgbClr val="172033"/>
                </a:solidFill>
              </a:defRPr>
            </a:lvl4pPr>
            <a:lvl5pPr algn="ctr">
              <a:defRPr sz="1500" b="1">
                <a:solidFill>
                  <a:srgbClr val="172033"/>
                </a:solidFill>
              </a:defRPr>
            </a:lvl5pPr>
            <a:lvl6pPr algn="ctr">
              <a:defRPr sz="1500" b="1">
                <a:solidFill>
                  <a:srgbClr val="172033"/>
                </a:solidFill>
              </a:defRPr>
            </a:lvl6pPr>
            <a:lvl7pPr algn="ctr">
              <a:defRPr sz="1500" b="1">
                <a:solidFill>
                  <a:srgbClr val="172033"/>
                </a:solidFill>
              </a:defRPr>
            </a:lvl7pPr>
            <a:lvl8pPr algn="ctr">
              <a:defRPr sz="1500" b="1">
                <a:solidFill>
                  <a:srgbClr val="172033"/>
                </a:solidFill>
              </a:defRPr>
            </a:lvl8pPr>
            <a:lvl9pPr algn="ctr">
              <a:defRPr sz="1500" b="1">
                <a:solidFill>
                  <a:srgbClr val="172033"/>
                </a:solidFill>
              </a:defRPr>
            </a:lvl9pPr>
          </a:lstStyle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424BD6-9F84-4644-AFF8-D8F783485142}"/>
              </a:ext>
            </a:extLst>
          </p:cNvPr>
          <p:cNvSpPr>
            <a:spLocks noGrp="1"/>
          </p:cNvSpPr>
          <p:nvPr/>
        </p:nvSpPr>
        <p:spPr>
          <a:xfrm>
            <a:off x="1095375" y="33337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059669"/>
                </a:solidFill>
              </a:defRPr>
            </a:defPPr>
            <a:lvl1pPr algn="ctr">
              <a:defRPr sz="1800" b="1">
                <a:solidFill>
                  <a:srgbClr val="059669"/>
                </a:solidFill>
              </a:defRPr>
            </a:lvl1pPr>
            <a:lvl2pPr algn="ctr">
              <a:defRPr sz="1800" b="1">
                <a:solidFill>
                  <a:srgbClr val="059669"/>
                </a:solidFill>
              </a:defRPr>
            </a:lvl2pPr>
            <a:lvl3pPr algn="ctr">
              <a:defRPr sz="1800" b="1">
                <a:solidFill>
                  <a:srgbClr val="059669"/>
                </a:solidFill>
              </a:defRPr>
            </a:lvl3pPr>
            <a:lvl4pPr algn="ctr">
              <a:defRPr sz="1800" b="1">
                <a:solidFill>
                  <a:srgbClr val="059669"/>
                </a:solidFill>
              </a:defRPr>
            </a:lvl4pPr>
            <a:lvl5pPr algn="ctr">
              <a:defRPr sz="1800" b="1">
                <a:solidFill>
                  <a:srgbClr val="059669"/>
                </a:solidFill>
              </a:defRPr>
            </a:lvl5pPr>
            <a:lvl6pPr algn="ctr">
              <a:defRPr sz="1800" b="1">
                <a:solidFill>
                  <a:srgbClr val="059669"/>
                </a:solidFill>
              </a:defRPr>
            </a:lvl6pPr>
            <a:lvl7pPr algn="ctr">
              <a:defRPr sz="1800" b="1">
                <a:solidFill>
                  <a:srgbClr val="059669"/>
                </a:solidFill>
              </a:defRPr>
            </a:lvl7pPr>
            <a:lvl8pPr algn="ctr">
              <a:defRPr sz="1800" b="1">
                <a:solidFill>
                  <a:srgbClr val="059669"/>
                </a:solidFill>
              </a:defRPr>
            </a:lvl8pPr>
            <a:lvl9pPr algn="ctr">
              <a:defRPr sz="1800" b="1">
                <a:solidFill>
                  <a:srgbClr val="059669"/>
                </a:solidFill>
              </a:defRPr>
            </a:lvl9pPr>
          </a:lstStyle>
          <a:p>
            <a:pPr algn="ctr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One equal region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B16E64-16E4-4F34-9801-96B4C129DCBF}"/>
              </a:ext>
            </a:extLst>
          </p:cNvPr>
          <p:cNvSpPr>
            <a:spLocks noGrp="1"/>
          </p:cNvSpPr>
          <p:nvPr/>
        </p:nvSpPr>
        <p:spPr>
          <a:xfrm>
            <a:off x="1047750" y="37719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0">
                <a:solidFill>
                  <a:srgbClr val="172033"/>
                </a:solidFill>
              </a:defRPr>
            </a:defPPr>
            <a:lvl1pPr algn="ctr">
              <a:defRPr sz="1350" b="0">
                <a:solidFill>
                  <a:srgbClr val="172033"/>
                </a:solidFill>
              </a:defRPr>
            </a:lvl1pPr>
            <a:lvl2pPr algn="ctr">
              <a:defRPr sz="1350" b="0">
                <a:solidFill>
                  <a:srgbClr val="172033"/>
                </a:solidFill>
              </a:defRPr>
            </a:lvl2pPr>
            <a:lvl3pPr algn="ctr">
              <a:defRPr sz="1350" b="0">
                <a:solidFill>
                  <a:srgbClr val="172033"/>
                </a:solidFill>
              </a:defRPr>
            </a:lvl3pPr>
            <a:lvl4pPr algn="ctr">
              <a:defRPr sz="1350" b="0">
                <a:solidFill>
                  <a:srgbClr val="172033"/>
                </a:solidFill>
              </a:defRPr>
            </a:lvl4pPr>
            <a:lvl5pPr algn="ctr">
              <a:defRPr sz="1350" b="0">
                <a:solidFill>
                  <a:srgbClr val="172033"/>
                </a:solidFill>
              </a:defRPr>
            </a:lvl5pPr>
            <a:lvl6pPr algn="ctr">
              <a:defRPr sz="1350" b="0">
                <a:solidFill>
                  <a:srgbClr val="172033"/>
                </a:solidFill>
              </a:defRPr>
            </a:lvl6pPr>
            <a:lvl7pPr algn="ctr">
              <a:defRPr sz="1350" b="0">
                <a:solidFill>
                  <a:srgbClr val="172033"/>
                </a:solidFill>
              </a:defRPr>
            </a:lvl7pPr>
            <a:lvl8pPr algn="ctr">
              <a:defRPr sz="1350" b="0">
                <a:solidFill>
                  <a:srgbClr val="172033"/>
                </a:solidFill>
              </a:defRPr>
            </a:lvl8pPr>
            <a:lvl9pPr algn="ctr">
              <a:defRPr sz="1350" b="0">
                <a:solidFill>
                  <a:srgbClr val="172033"/>
                </a:solidFill>
              </a:defRPr>
            </a:lvl9pPr>
          </a:lstStyle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Every valid k should finish in the first partition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56F236-2C36-4926-8CB1-1C56CAC95C6D}"/>
              </a:ext>
            </a:extLst>
          </p:cNvPr>
          <p:cNvSpPr>
            <a:spLocks noGrp="1"/>
          </p:cNvSpPr>
          <p:nvPr/>
        </p:nvSpPr>
        <p:spPr>
          <a:xfrm>
            <a:off x="6762750" y="1619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59E0B"/>
                </a:solidFill>
              </a:defRPr>
            </a:defPPr>
            <a:lvl1pPr algn="ctr">
              <a:defRPr sz="1725" b="1">
                <a:solidFill>
                  <a:srgbClr val="F59E0B"/>
                </a:solidFill>
              </a:defRPr>
            </a:lvl1pPr>
            <a:lvl2pPr algn="ctr">
              <a:defRPr sz="1725" b="1">
                <a:solidFill>
                  <a:srgbClr val="F59E0B"/>
                </a:solidFill>
              </a:defRPr>
            </a:lvl2pPr>
            <a:lvl3pPr algn="ctr">
              <a:defRPr sz="1725" b="1">
                <a:solidFill>
                  <a:srgbClr val="F59E0B"/>
                </a:solidFill>
              </a:defRPr>
            </a:lvl3pPr>
            <a:lvl4pPr algn="ctr">
              <a:defRPr sz="1725" b="1">
                <a:solidFill>
                  <a:srgbClr val="F59E0B"/>
                </a:solidFill>
              </a:defRPr>
            </a:lvl4pPr>
            <a:lvl5pPr algn="ctr">
              <a:defRPr sz="1725" b="1">
                <a:solidFill>
                  <a:srgbClr val="F59E0B"/>
                </a:solidFill>
              </a:defRPr>
            </a:lvl5pPr>
            <a:lvl6pPr algn="ctr">
              <a:defRPr sz="1725" b="1">
                <a:solidFill>
                  <a:srgbClr val="F59E0B"/>
                </a:solidFill>
              </a:defRPr>
            </a:lvl6pPr>
            <a:lvl7pPr algn="ctr">
              <a:defRPr sz="1725" b="1">
                <a:solidFill>
                  <a:srgbClr val="F59E0B"/>
                </a:solidFill>
              </a:defRPr>
            </a:lvl7pPr>
            <a:lvl8pPr algn="ctr">
              <a:defRPr sz="1725" b="1">
                <a:solidFill>
                  <a:srgbClr val="F59E0B"/>
                </a:solidFill>
              </a:defRPr>
            </a:lvl8pPr>
            <a:lvl9pPr algn="ctr">
              <a:defRPr sz="1725" b="1">
                <a:solidFill>
                  <a:srgbClr val="F59E0B"/>
                </a:solidFill>
              </a:defRPr>
            </a:lvl9pPr>
          </a:lstStyle>
          <a:p>
            <a:pPr algn="ctr"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Observed at n = 1,000,000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EF8C92-83E8-4CE1-893C-BE54DC4A406C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4476750" cy="2286000"/>
          </a:xfrm>
          <a:prstGeom prst="roundRect">
            <a:avLst>
              <a:gd name="adj" fmla="val 3333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8AE6B-0329-4730-AD4F-398B8EBAEB8B}"/>
              </a:ext>
            </a:extLst>
          </p:cNvPr>
          <p:cNvSpPr>
            <a:spLocks noGrp="1"/>
          </p:cNvSpPr>
          <p:nvPr/>
        </p:nvSpPr>
        <p:spPr>
          <a:xfrm>
            <a:off x="6953250" y="2457450"/>
            <a:ext cx="161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3300" b="1">
                <a:solidFill>
                  <a:srgbClr val="F59E0B"/>
                </a:solidFill>
              </a:defRPr>
            </a:defPPr>
            <a:lvl1pPr algn="ctr">
              <a:defRPr sz="3300" b="1">
                <a:solidFill>
                  <a:srgbClr val="F59E0B"/>
                </a:solidFill>
              </a:defRPr>
            </a:lvl1pPr>
            <a:lvl2pPr algn="ctr">
              <a:defRPr sz="3300" b="1">
                <a:solidFill>
                  <a:srgbClr val="F59E0B"/>
                </a:solidFill>
              </a:defRPr>
            </a:lvl2pPr>
            <a:lvl3pPr algn="ctr">
              <a:defRPr sz="3300" b="1">
                <a:solidFill>
                  <a:srgbClr val="F59E0B"/>
                </a:solidFill>
              </a:defRPr>
            </a:lvl3pPr>
            <a:lvl4pPr algn="ctr">
              <a:defRPr sz="3300" b="1">
                <a:solidFill>
                  <a:srgbClr val="F59E0B"/>
                </a:solidFill>
              </a:defRPr>
            </a:lvl4pPr>
            <a:lvl5pPr algn="ctr">
              <a:defRPr sz="3300" b="1">
                <a:solidFill>
                  <a:srgbClr val="F59E0B"/>
                </a:solidFill>
              </a:defRPr>
            </a:lvl5pPr>
            <a:lvl6pPr algn="ctr">
              <a:defRPr sz="3300" b="1">
                <a:solidFill>
                  <a:srgbClr val="F59E0B"/>
                </a:solidFill>
              </a:defRPr>
            </a:lvl6pPr>
            <a:lvl7pPr algn="ctr">
              <a:defRPr sz="3300" b="1">
                <a:solidFill>
                  <a:srgbClr val="F59E0B"/>
                </a:solidFill>
              </a:defRPr>
            </a:lvl7pPr>
            <a:lvl8pPr algn="ctr">
              <a:defRPr sz="3300" b="1">
                <a:solidFill>
                  <a:srgbClr val="F59E0B"/>
                </a:solidFill>
              </a:defRPr>
            </a:lvl8pPr>
            <a:lvl9pPr algn="ctr">
              <a:defRPr sz="3300" b="1">
                <a:solidFill>
                  <a:srgbClr val="F59E0B"/>
                </a:solidFill>
              </a:defRPr>
            </a:lvl9pPr>
          </a:lstStyle>
          <a:p>
            <a:pPr algn="ctr">
              <a:defRPr sz="3300" b="1">
                <a:solidFill>
                  <a:srgbClr val="F59E0B"/>
                </a:solidFill>
              </a:defRPr>
            </a:pPr>
            <a:r>
              <a:rPr sz="3300" b="1">
                <a:solidFill>
                  <a:srgbClr val="F59E0B"/>
                </a:solidFill>
              </a:rPr>
              <a:t>2.47x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F7B121-E294-4097-BA43-36AEC98CD756}"/>
              </a:ext>
            </a:extLst>
          </p:cNvPr>
          <p:cNvSpPr>
            <a:spLocks noGrp="1"/>
          </p:cNvSpPr>
          <p:nvPr/>
        </p:nvSpPr>
        <p:spPr>
          <a:xfrm>
            <a:off x="6858000" y="3124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72033"/>
                </a:solidFill>
              </a:defRPr>
            </a:defPPr>
            <a:lvl1pPr algn="ctr">
              <a:defRPr sz="1275" b="1">
                <a:solidFill>
                  <a:srgbClr val="172033"/>
                </a:solidFill>
              </a:defRPr>
            </a:lvl1pPr>
            <a:lvl2pPr algn="ctr">
              <a:defRPr sz="1275" b="1">
                <a:solidFill>
                  <a:srgbClr val="172033"/>
                </a:solidFill>
              </a:defRPr>
            </a:lvl2pPr>
            <a:lvl3pPr algn="ctr">
              <a:defRPr sz="1275" b="1">
                <a:solidFill>
                  <a:srgbClr val="172033"/>
                </a:solidFill>
              </a:defRPr>
            </a:lvl3pPr>
            <a:lvl4pPr algn="ctr">
              <a:defRPr sz="1275" b="1">
                <a:solidFill>
                  <a:srgbClr val="172033"/>
                </a:solidFill>
              </a:defRPr>
            </a:lvl4pPr>
            <a:lvl5pPr algn="ctr">
              <a:defRPr sz="1275" b="1">
                <a:solidFill>
                  <a:srgbClr val="172033"/>
                </a:solidFill>
              </a:defRPr>
            </a:lvl5pPr>
            <a:lvl6pPr algn="ctr">
              <a:defRPr sz="1275" b="1">
                <a:solidFill>
                  <a:srgbClr val="172033"/>
                </a:solidFill>
              </a:defRPr>
            </a:lvl6pPr>
            <a:lvl7pPr algn="ctr">
              <a:defRPr sz="1275" b="1">
                <a:solidFill>
                  <a:srgbClr val="172033"/>
                </a:solidFill>
              </a:defRPr>
            </a:lvl7pPr>
            <a:lvl8pPr algn="ctr">
              <a:defRPr sz="1275" b="1">
                <a:solidFill>
                  <a:srgbClr val="172033"/>
                </a:solidFill>
              </a:defRPr>
            </a:lvl8pPr>
            <a:lvl9pPr algn="ctr">
              <a:defRPr sz="1275" b="1">
                <a:solidFill>
                  <a:srgbClr val="172033"/>
                </a:solidFill>
              </a:defRPr>
            </a:lvl9pPr>
          </a:lstStyle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Median of Medians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B108FF-9A16-47C2-895E-77144A418E6E}"/>
              </a:ext>
            </a:extLst>
          </p:cNvPr>
          <p:cNvSpPr>
            <a:spLocks noGrp="1"/>
          </p:cNvSpPr>
          <p:nvPr/>
        </p:nvSpPr>
        <p:spPr>
          <a:xfrm>
            <a:off x="9048750" y="2457450"/>
            <a:ext cx="161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3300" b="1">
                <a:solidFill>
                  <a:srgbClr val="2563EB"/>
                </a:solidFill>
              </a:defRPr>
            </a:defPPr>
            <a:lvl1pPr algn="ctr">
              <a:defRPr sz="3300" b="1">
                <a:solidFill>
                  <a:srgbClr val="2563EB"/>
                </a:solidFill>
              </a:defRPr>
            </a:lvl1pPr>
            <a:lvl2pPr algn="ctr">
              <a:defRPr sz="3300" b="1">
                <a:solidFill>
                  <a:srgbClr val="2563EB"/>
                </a:solidFill>
              </a:defRPr>
            </a:lvl2pPr>
            <a:lvl3pPr algn="ctr">
              <a:defRPr sz="3300" b="1">
                <a:solidFill>
                  <a:srgbClr val="2563EB"/>
                </a:solidFill>
              </a:defRPr>
            </a:lvl3pPr>
            <a:lvl4pPr algn="ctr">
              <a:defRPr sz="3300" b="1">
                <a:solidFill>
                  <a:srgbClr val="2563EB"/>
                </a:solidFill>
              </a:defRPr>
            </a:lvl4pPr>
            <a:lvl5pPr algn="ctr">
              <a:defRPr sz="3300" b="1">
                <a:solidFill>
                  <a:srgbClr val="2563EB"/>
                </a:solidFill>
              </a:defRPr>
            </a:lvl5pPr>
            <a:lvl6pPr algn="ctr">
              <a:defRPr sz="3300" b="1">
                <a:solidFill>
                  <a:srgbClr val="2563EB"/>
                </a:solidFill>
              </a:defRPr>
            </a:lvl6pPr>
            <a:lvl7pPr algn="ctr">
              <a:defRPr sz="3300" b="1">
                <a:solidFill>
                  <a:srgbClr val="2563EB"/>
                </a:solidFill>
              </a:defRPr>
            </a:lvl7pPr>
            <a:lvl8pPr algn="ctr">
              <a:defRPr sz="3300" b="1">
                <a:solidFill>
                  <a:srgbClr val="2563EB"/>
                </a:solidFill>
              </a:defRPr>
            </a:lvl8pPr>
            <a:lvl9pPr algn="ctr">
              <a:defRPr sz="3300" b="1">
                <a:solidFill>
                  <a:srgbClr val="2563EB"/>
                </a:solidFill>
              </a:defRPr>
            </a:lvl9pPr>
          </a:lstStyle>
          <a:p>
            <a:pPr algn="ctr"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2.36x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E2135A-228A-488B-A7E7-FE338A53A77C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72033"/>
                </a:solidFill>
              </a:defRPr>
            </a:defPPr>
            <a:lvl1pPr algn="ctr">
              <a:defRPr sz="1275" b="1">
                <a:solidFill>
                  <a:srgbClr val="172033"/>
                </a:solidFill>
              </a:defRPr>
            </a:lvl1pPr>
            <a:lvl2pPr algn="ctr">
              <a:defRPr sz="1275" b="1">
                <a:solidFill>
                  <a:srgbClr val="172033"/>
                </a:solidFill>
              </a:defRPr>
            </a:lvl2pPr>
            <a:lvl3pPr algn="ctr">
              <a:defRPr sz="1275" b="1">
                <a:solidFill>
                  <a:srgbClr val="172033"/>
                </a:solidFill>
              </a:defRPr>
            </a:lvl3pPr>
            <a:lvl4pPr algn="ctr">
              <a:defRPr sz="1275" b="1">
                <a:solidFill>
                  <a:srgbClr val="172033"/>
                </a:solidFill>
              </a:defRPr>
            </a:lvl4pPr>
            <a:lvl5pPr algn="ctr">
              <a:defRPr sz="1275" b="1">
                <a:solidFill>
                  <a:srgbClr val="172033"/>
                </a:solidFill>
              </a:defRPr>
            </a:lvl5pPr>
            <a:lvl6pPr algn="ctr">
              <a:defRPr sz="1275" b="1">
                <a:solidFill>
                  <a:srgbClr val="172033"/>
                </a:solidFill>
              </a:defRPr>
            </a:lvl6pPr>
            <a:lvl7pPr algn="ctr">
              <a:defRPr sz="1275" b="1">
                <a:solidFill>
                  <a:srgbClr val="172033"/>
                </a:solidFill>
              </a:defRPr>
            </a:lvl7pPr>
            <a:lvl8pPr algn="ctr">
              <a:defRPr sz="1275" b="1">
                <a:solidFill>
                  <a:srgbClr val="172033"/>
                </a:solidFill>
              </a:defRPr>
            </a:lvl8pPr>
            <a:lvl9pPr algn="ctr">
              <a:defRPr sz="1275" b="1">
                <a:solidFill>
                  <a:srgbClr val="172033"/>
                </a:solidFill>
              </a:defRPr>
            </a:lvl9pPr>
          </a:lstStyle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Quickselect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30C3C5-DCBD-46E3-A051-43CD37FFDD20}"/>
              </a:ext>
            </a:extLst>
          </p:cNvPr>
          <p:cNvSpPr>
            <a:spLocks noGrp="1"/>
          </p:cNvSpPr>
          <p:nvPr/>
        </p:nvSpPr>
        <p:spPr>
          <a:xfrm>
            <a:off x="7000875" y="373380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172033"/>
                </a:solidFill>
              </a:defRPr>
            </a:defPPr>
            <a:lvl1pPr algn="ctr">
              <a:defRPr sz="1275" b="0">
                <a:solidFill>
                  <a:srgbClr val="172033"/>
                </a:solidFill>
              </a:defRPr>
            </a:lvl1pPr>
            <a:lvl2pPr algn="ctr">
              <a:defRPr sz="1275" b="0">
                <a:solidFill>
                  <a:srgbClr val="172033"/>
                </a:solidFill>
              </a:defRPr>
            </a:lvl2pPr>
            <a:lvl3pPr algn="ctr">
              <a:defRPr sz="1275" b="0">
                <a:solidFill>
                  <a:srgbClr val="172033"/>
                </a:solidFill>
              </a:defRPr>
            </a:lvl3pPr>
            <a:lvl4pPr algn="ctr">
              <a:defRPr sz="1275" b="0">
                <a:solidFill>
                  <a:srgbClr val="172033"/>
                </a:solidFill>
              </a:defRPr>
            </a:lvl4pPr>
            <a:lvl5pPr algn="ctr">
              <a:defRPr sz="1275" b="0">
                <a:solidFill>
                  <a:srgbClr val="172033"/>
                </a:solidFill>
              </a:defRPr>
            </a:lvl5pPr>
            <a:lvl6pPr algn="ctr">
              <a:defRPr sz="1275" b="0">
                <a:solidFill>
                  <a:srgbClr val="172033"/>
                </a:solidFill>
              </a:defRPr>
            </a:lvl6pPr>
            <a:lvl7pPr algn="ctr">
              <a:defRPr sz="1275" b="0">
                <a:solidFill>
                  <a:srgbClr val="172033"/>
                </a:solidFill>
              </a:defRPr>
            </a:lvl7pPr>
            <a:lvl8pPr algn="ctr">
              <a:defRPr sz="1275" b="0">
                <a:solidFill>
                  <a:srgbClr val="172033"/>
                </a:solidFill>
              </a:defRPr>
            </a:lvl8pPr>
            <a:lvl9pPr algn="ctr">
              <a:defRPr sz="1275" b="0">
                <a:solidFill>
                  <a:srgbClr val="172033"/>
                </a:solidFill>
              </a:defRPr>
            </a:lvl9pPr>
          </a:lstStyle>
          <a:p>
            <a:pPr algn="ctr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Maximum/minimum over k = 0, n/2 and n - 1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ABE690-F4AE-4B6F-BCC9-A94C7F85668A}"/>
              </a:ext>
            </a:extLst>
          </p:cNvPr>
          <p:cNvSpPr>
            <a:spLocks noGrp="1"/>
          </p:cNvSpPr>
          <p:nvPr/>
        </p:nvSpPr>
        <p:spPr>
          <a:xfrm>
            <a:off x="1095375" y="495300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75" b="1">
                <a:solidFill>
                  <a:srgbClr val="14213D"/>
                </a:solidFill>
              </a:defRPr>
            </a:defPPr>
            <a:lvl1pPr algn="ctr">
              <a:defRPr sz="1875" b="1">
                <a:solidFill>
                  <a:srgbClr val="14213D"/>
                </a:solidFill>
              </a:defRPr>
            </a:lvl1pPr>
            <a:lvl2pPr algn="ctr">
              <a:defRPr sz="1875" b="1">
                <a:solidFill>
                  <a:srgbClr val="14213D"/>
                </a:solidFill>
              </a:defRPr>
            </a:lvl2pPr>
            <a:lvl3pPr algn="ctr">
              <a:defRPr sz="1875" b="1">
                <a:solidFill>
                  <a:srgbClr val="14213D"/>
                </a:solidFill>
              </a:defRPr>
            </a:lvl3pPr>
            <a:lvl4pPr algn="ctr">
              <a:defRPr sz="1875" b="1">
                <a:solidFill>
                  <a:srgbClr val="14213D"/>
                </a:solidFill>
              </a:defRPr>
            </a:lvl4pPr>
            <a:lvl5pPr algn="ctr">
              <a:defRPr sz="1875" b="1">
                <a:solidFill>
                  <a:srgbClr val="14213D"/>
                </a:solidFill>
              </a:defRPr>
            </a:lvl5pPr>
            <a:lvl6pPr algn="ctr">
              <a:defRPr sz="1875" b="1">
                <a:solidFill>
                  <a:srgbClr val="14213D"/>
                </a:solidFill>
              </a:defRPr>
            </a:lvl6pPr>
            <a:lvl7pPr algn="ctr">
              <a:defRPr sz="1875" b="1">
                <a:solidFill>
                  <a:srgbClr val="14213D"/>
                </a:solidFill>
              </a:defRPr>
            </a:lvl7pPr>
            <a:lvl8pPr algn="ctr">
              <a:defRPr sz="1875" b="1">
                <a:solidFill>
                  <a:srgbClr val="14213D"/>
                </a:solidFill>
              </a:defRPr>
            </a:lvl8pPr>
            <a:lvl9pPr algn="ctr">
              <a:defRPr sz="1875" b="1">
                <a:solidFill>
                  <a:srgbClr val="14213D"/>
                </a:solidFill>
              </a:defRPr>
            </a:lvl9pPr>
          </a:lstStyle>
          <a:p>
            <a:pPr algn="ctr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The search depth did not increase, so timing alone cannot identify the cause.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454312-89C3-4D3C-B03C-03799B582E6C}"/>
              </a:ext>
            </a:extLst>
          </p:cNvPr>
          <p:cNvSpPr>
            <a:spLocks noGrp="1"/>
          </p:cNvSpPr>
          <p:nvPr/>
        </p:nvSpPr>
        <p:spPr>
          <a:xfrm>
            <a:off x="1428750" y="558165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5B6474"/>
                </a:solidFill>
              </a:defRPr>
            </a:defPPr>
            <a:lvl1pPr algn="ctr">
              <a:defRPr sz="1275" b="0">
                <a:solidFill>
                  <a:srgbClr val="5B6474"/>
                </a:solidFill>
              </a:defRPr>
            </a:lvl1pPr>
            <a:lvl2pPr algn="ctr">
              <a:defRPr sz="1275" b="0">
                <a:solidFill>
                  <a:srgbClr val="5B6474"/>
                </a:solidFill>
              </a:defRPr>
            </a:lvl2pPr>
            <a:lvl3pPr algn="ctr">
              <a:defRPr sz="1275" b="0">
                <a:solidFill>
                  <a:srgbClr val="5B6474"/>
                </a:solidFill>
              </a:defRPr>
            </a:lvl3pPr>
            <a:lvl4pPr algn="ctr">
              <a:defRPr sz="1275" b="0">
                <a:solidFill>
                  <a:srgbClr val="5B6474"/>
                </a:solidFill>
              </a:defRPr>
            </a:lvl4pPr>
            <a:lvl5pPr algn="ctr">
              <a:defRPr sz="1275" b="0">
                <a:solidFill>
                  <a:srgbClr val="5B6474"/>
                </a:solidFill>
              </a:defRPr>
            </a:lvl5pPr>
            <a:lvl6pPr algn="ctr">
              <a:defRPr sz="1275" b="0">
                <a:solidFill>
                  <a:srgbClr val="5B6474"/>
                </a:solidFill>
              </a:defRPr>
            </a:lvl6pPr>
            <a:lvl7pPr algn="ctr">
              <a:defRPr sz="1275" b="0">
                <a:solidFill>
                  <a:srgbClr val="5B6474"/>
                </a:solidFill>
              </a:defRPr>
            </a:lvl7pPr>
            <a:lvl8pPr algn="ctr">
              <a:defRPr sz="1275" b="0">
                <a:solidFill>
                  <a:srgbClr val="5B6474"/>
                </a:solidFill>
              </a:defRPr>
            </a:lvl8pPr>
            <a:lvl9pPr algn="ctr">
              <a:defRPr sz="1275" b="0">
                <a:solidFill>
                  <a:srgbClr val="5B6474"/>
                </a:solidFill>
              </a:defRPr>
            </a:lvl9pPr>
          </a:lstStyle>
          <a:p>
            <a:pPr algn="ctr">
              <a:defRPr sz="1275" b="0">
                <a:solidFill>
                  <a:srgbClr val="5B6474"/>
                </a:solidFill>
              </a:defRPr>
            </a:pPr>
            <a:r>
              <a:rPr sz="1275" b="0">
                <a:solidFill>
                  <a:srgbClr val="5B6474"/>
                </a:solidFill>
              </a:rPr>
              <a:t>Possible influences include execution noise, cache effects and the fixed case order. We did not record counters that could separate them.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488817-B055-4E79-92A2-D622A96FF0DC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474"/>
                </a:solidFill>
              </a:defRPr>
            </a:defPPr>
            <a:lvl1pPr algn="l">
              <a:defRPr sz="825" b="0">
                <a:solidFill>
                  <a:srgbClr val="5B6474"/>
                </a:solidFill>
              </a:defRPr>
            </a:lvl1pPr>
            <a:lvl2pPr algn="l">
              <a:defRPr sz="825" b="0">
                <a:solidFill>
                  <a:srgbClr val="5B6474"/>
                </a:solidFill>
              </a:defRPr>
            </a:lvl2pPr>
            <a:lvl3pPr algn="l">
              <a:defRPr sz="825" b="0">
                <a:solidFill>
                  <a:srgbClr val="5B6474"/>
                </a:solidFill>
              </a:defRPr>
            </a:lvl3pPr>
            <a:lvl4pPr algn="l">
              <a:defRPr sz="825" b="0">
                <a:solidFill>
                  <a:srgbClr val="5B6474"/>
                </a:solidFill>
              </a:defRPr>
            </a:lvl4pPr>
            <a:lvl5pPr algn="l">
              <a:defRPr sz="825" b="0">
                <a:solidFill>
                  <a:srgbClr val="5B6474"/>
                </a:solidFill>
              </a:defRPr>
            </a:lvl5pPr>
            <a:lvl6pPr algn="l">
              <a:defRPr sz="825" b="0">
                <a:solidFill>
                  <a:srgbClr val="5B6474"/>
                </a:solidFill>
              </a:defRPr>
            </a:lvl6pPr>
            <a:lvl7pPr algn="l">
              <a:defRPr sz="825" b="0">
                <a:solidFill>
                  <a:srgbClr val="5B6474"/>
                </a:solidFill>
              </a:defRPr>
            </a:lvl7pPr>
            <a:lvl8pPr algn="l">
              <a:defRPr sz="825" b="0">
                <a:solidFill>
                  <a:srgbClr val="5B6474"/>
                </a:solidFill>
              </a:defRPr>
            </a:lvl8pPr>
            <a:lvl9pPr algn="l">
              <a:defRPr sz="825" b="0">
                <a:solidFill>
                  <a:srgbClr val="5B6474"/>
                </a:solidFill>
              </a:defRPr>
            </a:lvl9pPr>
          </a:lstStyle>
          <a:p>
            <a:pPr algn="l">
              <a:defRPr sz="825" b="0">
                <a:solidFill>
                  <a:srgbClr val="5B6474"/>
                </a:solidFill>
              </a:defRPr>
            </a:pPr>
            <a:r>
              <a:rPr sz="825" b="0">
                <a:solidFill>
                  <a:srgbClr val="5B6474"/>
                </a:solidFill>
              </a:rPr>
              <a:t>Advanced Algorithms Assessment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5773CF-74B2-45A2-85B3-CDAD0DF5410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1">
                <a:solidFill>
                  <a:srgbClr val="5B6474"/>
                </a:solidFill>
              </a:defRPr>
            </a:defPPr>
            <a:lvl1pPr algn="r">
              <a:defRPr sz="825" b="1">
                <a:solidFill>
                  <a:srgbClr val="5B6474"/>
                </a:solidFill>
              </a:defRPr>
            </a:lvl1pPr>
            <a:lvl2pPr algn="r">
              <a:defRPr sz="825" b="1">
                <a:solidFill>
                  <a:srgbClr val="5B6474"/>
                </a:solidFill>
              </a:defRPr>
            </a:lvl2pPr>
            <a:lvl3pPr algn="r">
              <a:defRPr sz="825" b="1">
                <a:solidFill>
                  <a:srgbClr val="5B6474"/>
                </a:solidFill>
              </a:defRPr>
            </a:lvl3pPr>
            <a:lvl4pPr algn="r">
              <a:defRPr sz="825" b="1">
                <a:solidFill>
                  <a:srgbClr val="5B6474"/>
                </a:solidFill>
              </a:defRPr>
            </a:lvl4pPr>
            <a:lvl5pPr algn="r">
              <a:defRPr sz="825" b="1">
                <a:solidFill>
                  <a:srgbClr val="5B6474"/>
                </a:solidFill>
              </a:defRPr>
            </a:lvl5pPr>
            <a:lvl6pPr algn="r">
              <a:defRPr sz="825" b="1">
                <a:solidFill>
                  <a:srgbClr val="5B6474"/>
                </a:solidFill>
              </a:defRPr>
            </a:lvl6pPr>
            <a:lvl7pPr algn="r">
              <a:defRPr sz="825" b="1">
                <a:solidFill>
                  <a:srgbClr val="5B6474"/>
                </a:solidFill>
              </a:defRPr>
            </a:lvl7pPr>
            <a:lvl8pPr algn="r">
              <a:defRPr sz="825" b="1">
                <a:solidFill>
                  <a:srgbClr val="5B6474"/>
                </a:solidFill>
              </a:defRPr>
            </a:lvl8pPr>
            <a:lvl9pPr algn="r">
              <a:defRPr sz="825" b="1">
                <a:solidFill>
                  <a:srgbClr val="5B6474"/>
                </a:solidFill>
              </a:defRPr>
            </a:lvl9pPr>
          </a:lstStyle>
          <a:p>
            <a:pPr algn="r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25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A8D2381-71CE-4316-A462-455E71DF766F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050" b="1">
                <a:solidFill>
                  <a:srgbClr val="9CC7FF"/>
                </a:solidFill>
              </a:defRPr>
            </a:defPPr>
            <a:lvl1pPr algn="l">
              <a:defRPr sz="1050" b="1">
                <a:solidFill>
                  <a:srgbClr val="9CC7FF"/>
                </a:solidFill>
              </a:defRPr>
            </a:lvl1pPr>
            <a:lvl2pPr algn="l">
              <a:defRPr sz="1050" b="1">
                <a:solidFill>
                  <a:srgbClr val="9CC7FF"/>
                </a:solidFill>
              </a:defRPr>
            </a:lvl2pPr>
            <a:lvl3pPr algn="l">
              <a:defRPr sz="1050" b="1">
                <a:solidFill>
                  <a:srgbClr val="9CC7FF"/>
                </a:solidFill>
              </a:defRPr>
            </a:lvl3pPr>
            <a:lvl4pPr algn="l">
              <a:defRPr sz="1050" b="1">
                <a:solidFill>
                  <a:srgbClr val="9CC7FF"/>
                </a:solidFill>
              </a:defRPr>
            </a:lvl4pPr>
            <a:lvl5pPr algn="l">
              <a:defRPr sz="1050" b="1">
                <a:solidFill>
                  <a:srgbClr val="9CC7FF"/>
                </a:solidFill>
              </a:defRPr>
            </a:lvl5pPr>
            <a:lvl6pPr algn="l">
              <a:defRPr sz="1050" b="1">
                <a:solidFill>
                  <a:srgbClr val="9CC7FF"/>
                </a:solidFill>
              </a:defRPr>
            </a:lvl6pPr>
            <a:lvl7pPr algn="l">
              <a:defRPr sz="1050" b="1">
                <a:solidFill>
                  <a:srgbClr val="9CC7FF"/>
                </a:solidFill>
              </a:defRPr>
            </a:lvl7pPr>
            <a:lvl8pPr algn="l">
              <a:defRPr sz="1050" b="1">
                <a:solidFill>
                  <a:srgbClr val="9CC7FF"/>
                </a:solidFill>
              </a:defRPr>
            </a:lvl8pPr>
            <a:lvl9pPr algn="l">
              <a:defRPr sz="1050" b="1">
                <a:solidFill>
                  <a:srgbClr val="9CC7FF"/>
                </a:solidFill>
              </a:defRPr>
            </a:lvl9pPr>
          </a:lstStyle>
          <a:p>
            <a:pPr algn="l">
              <a:defRPr sz="1050" b="1">
                <a:solidFill>
                  <a:srgbClr val="9CC7FF"/>
                </a:solidFill>
              </a:defRPr>
            </a:pPr>
            <a:r>
              <a:rPr sz="1050" b="1">
                <a:solidFill>
                  <a:srgbClr val="9CC7FF"/>
                </a:solidFill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884653-DAC2-4D19-A96F-0FC63EB83A4B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850" b="1">
                <a:solidFill>
                  <a:srgbClr val="FFFFFF"/>
                </a:solidFill>
              </a:defRPr>
            </a:defPPr>
            <a:lvl1pPr algn="l">
              <a:defRPr sz="2850" b="1">
                <a:solidFill>
                  <a:srgbClr val="FFFFFF"/>
                </a:solidFill>
              </a:defRPr>
            </a:lvl1pPr>
            <a:lvl2pPr algn="l">
              <a:defRPr sz="2850" b="1">
                <a:solidFill>
                  <a:srgbClr val="FFFFFF"/>
                </a:solidFill>
              </a:defRPr>
            </a:lvl2pPr>
            <a:lvl3pPr algn="l">
              <a:defRPr sz="2850" b="1">
                <a:solidFill>
                  <a:srgbClr val="FFFFFF"/>
                </a:solidFill>
              </a:defRPr>
            </a:lvl3pPr>
            <a:lvl4pPr algn="l">
              <a:defRPr sz="2850" b="1">
                <a:solidFill>
                  <a:srgbClr val="FFFFFF"/>
                </a:solidFill>
              </a:defRPr>
            </a:lvl4pPr>
            <a:lvl5pPr algn="l">
              <a:defRPr sz="2850" b="1">
                <a:solidFill>
                  <a:srgbClr val="FFFFFF"/>
                </a:solidFill>
              </a:defRPr>
            </a:lvl5pPr>
            <a:lvl6pPr algn="l">
              <a:defRPr sz="2850" b="1">
                <a:solidFill>
                  <a:srgbClr val="FFFFFF"/>
                </a:solidFill>
              </a:defRPr>
            </a:lvl6pPr>
            <a:lvl7pPr algn="l">
              <a:defRPr sz="2850" b="1">
                <a:solidFill>
                  <a:srgbClr val="FFFFFF"/>
                </a:solidFill>
              </a:defRPr>
            </a:lvl7pPr>
            <a:lvl8pPr algn="l">
              <a:defRPr sz="2850" b="1">
                <a:solidFill>
                  <a:srgbClr val="FFFFFF"/>
                </a:solidFill>
              </a:defRPr>
            </a:lvl8pPr>
            <a:lvl9pPr algn="l">
              <a:defRPr sz="2850" b="1">
                <a:solidFill>
                  <a:srgbClr val="FFFFFF"/>
                </a:solidFill>
              </a:defRPr>
            </a:lvl9pPr>
          </a:lstStyle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Worst-case protection has a practical cost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E9E5A6-579E-46C5-A084-E1025A1FD6CE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76200" cy="781050"/>
          </a:xfrm>
          <a:prstGeom prst="rect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DEB75-C295-4228-8F2E-42205FC4BE7E}"/>
              </a:ext>
            </a:extLst>
          </p:cNvPr>
          <p:cNvSpPr>
            <a:spLocks noGrp="1"/>
          </p:cNvSpPr>
          <p:nvPr/>
        </p:nvSpPr>
        <p:spPr>
          <a:xfrm>
            <a:off x="1066800" y="22383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0EA5E9"/>
                </a:solidFill>
              </a:defRPr>
            </a:defPPr>
            <a:lvl1pPr algn="l">
              <a:defRPr sz="1650" b="1">
                <a:solidFill>
                  <a:srgbClr val="0EA5E9"/>
                </a:solidFill>
              </a:defRPr>
            </a:lvl1pPr>
            <a:lvl2pPr algn="l">
              <a:defRPr sz="1650" b="1">
                <a:solidFill>
                  <a:srgbClr val="0EA5E9"/>
                </a:solidFill>
              </a:defRPr>
            </a:lvl2pPr>
            <a:lvl3pPr algn="l">
              <a:defRPr sz="1650" b="1">
                <a:solidFill>
                  <a:srgbClr val="0EA5E9"/>
                </a:solidFill>
              </a:defRPr>
            </a:lvl3pPr>
            <a:lvl4pPr algn="l">
              <a:defRPr sz="1650" b="1">
                <a:solidFill>
                  <a:srgbClr val="0EA5E9"/>
                </a:solidFill>
              </a:defRPr>
            </a:lvl4pPr>
            <a:lvl5pPr algn="l">
              <a:defRPr sz="1650" b="1">
                <a:solidFill>
                  <a:srgbClr val="0EA5E9"/>
                </a:solidFill>
              </a:defRPr>
            </a:lvl5pPr>
            <a:lvl6pPr algn="l">
              <a:defRPr sz="1650" b="1">
                <a:solidFill>
                  <a:srgbClr val="0EA5E9"/>
                </a:solidFill>
              </a:defRPr>
            </a:lvl6pPr>
            <a:lvl7pPr algn="l">
              <a:defRPr sz="1650" b="1">
                <a:solidFill>
                  <a:srgbClr val="0EA5E9"/>
                </a:solidFill>
              </a:defRPr>
            </a:lvl7pPr>
            <a:lvl8pPr algn="l">
              <a:defRPr sz="1650" b="1">
                <a:solidFill>
                  <a:srgbClr val="0EA5E9"/>
                </a:solidFill>
              </a:defRPr>
            </a:lvl8pPr>
            <a:lvl9pPr algn="l">
              <a:defRPr sz="1650" b="1">
                <a:solidFill>
                  <a:srgbClr val="0EA5E9"/>
                </a:solidFill>
              </a:defRPr>
            </a:lvl9pPr>
          </a:lstStyle>
          <a:p>
            <a:pPr algn="l">
              <a:defRPr sz="1650" b="1">
                <a:solidFill>
                  <a:srgbClr val="0EA5E9"/>
                </a:solidFill>
              </a:defRPr>
            </a:pPr>
            <a:r>
              <a:rPr sz="1650" b="1">
                <a:solidFill>
                  <a:srgbClr val="0EA5E9"/>
                </a:solidFill>
              </a:rPr>
              <a:t>Randomised Quickselect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11765-5B51-427E-A130-1E8430A4EB9C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Lower median time in 324 of 330 matched cases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059E7-B84D-4AB1-9ECC-96779923C3A6}"/>
              </a:ext>
            </a:extLst>
          </p:cNvPr>
          <p:cNvSpPr>
            <a:spLocks noGrp="1"/>
          </p:cNvSpPr>
          <p:nvPr/>
        </p:nvSpPr>
        <p:spPr>
          <a:xfrm>
            <a:off x="723900" y="3362325"/>
            <a:ext cx="76200" cy="7810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02C84-61CD-4A7A-9C40-5B36D6E29840}"/>
              </a:ext>
            </a:extLst>
          </p:cNvPr>
          <p:cNvSpPr>
            <a:spLocks noGrp="1"/>
          </p:cNvSpPr>
          <p:nvPr/>
        </p:nvSpPr>
        <p:spPr>
          <a:xfrm>
            <a:off x="1066800" y="33623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59E0B"/>
                </a:solidFill>
              </a:defRPr>
            </a:defPPr>
            <a:lvl1pPr algn="l">
              <a:defRPr sz="1650" b="1">
                <a:solidFill>
                  <a:srgbClr val="F59E0B"/>
                </a:solidFill>
              </a:defRPr>
            </a:lvl1pPr>
            <a:lvl2pPr algn="l">
              <a:defRPr sz="1650" b="1">
                <a:solidFill>
                  <a:srgbClr val="F59E0B"/>
                </a:solidFill>
              </a:defRPr>
            </a:lvl2pPr>
            <a:lvl3pPr algn="l">
              <a:defRPr sz="1650" b="1">
                <a:solidFill>
                  <a:srgbClr val="F59E0B"/>
                </a:solidFill>
              </a:defRPr>
            </a:lvl3pPr>
            <a:lvl4pPr algn="l">
              <a:defRPr sz="1650" b="1">
                <a:solidFill>
                  <a:srgbClr val="F59E0B"/>
                </a:solidFill>
              </a:defRPr>
            </a:lvl4pPr>
            <a:lvl5pPr algn="l">
              <a:defRPr sz="1650" b="1">
                <a:solidFill>
                  <a:srgbClr val="F59E0B"/>
                </a:solidFill>
              </a:defRPr>
            </a:lvl5pPr>
            <a:lvl6pPr algn="l">
              <a:defRPr sz="1650" b="1">
                <a:solidFill>
                  <a:srgbClr val="F59E0B"/>
                </a:solidFill>
              </a:defRPr>
            </a:lvl6pPr>
            <a:lvl7pPr algn="l">
              <a:defRPr sz="1650" b="1">
                <a:solidFill>
                  <a:srgbClr val="F59E0B"/>
                </a:solidFill>
              </a:defRPr>
            </a:lvl7pPr>
            <a:lvl8pPr algn="l">
              <a:defRPr sz="1650" b="1">
                <a:solidFill>
                  <a:srgbClr val="F59E0B"/>
                </a:solidFill>
              </a:defRPr>
            </a:lvl8pPr>
            <a:lvl9pPr algn="l">
              <a:defRPr sz="1650" b="1">
                <a:solidFill>
                  <a:srgbClr val="F59E0B"/>
                </a:solidFill>
              </a:defRPr>
            </a:lvl9pPr>
          </a:lstStyle>
          <a:p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Median of Medians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F16F2-A68A-412C-B6D9-2FEF68F7A1DD}"/>
              </a:ext>
            </a:extLst>
          </p:cNvPr>
          <p:cNvSpPr>
            <a:spLocks noGrp="1"/>
          </p:cNvSpPr>
          <p:nvPr/>
        </p:nvSpPr>
        <p:spPr>
          <a:xfrm>
            <a:off x="1066800" y="372427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Linear worst-case time and six small-case wins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0A37FC-F352-48EC-B30F-B2453073371A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76200" cy="7810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58F5BE-2FFA-46ED-85D7-20FB5D3F9AC3}"/>
              </a:ext>
            </a:extLst>
          </p:cNvPr>
          <p:cNvSpPr>
            <a:spLocks noGrp="1"/>
          </p:cNvSpPr>
          <p:nvPr/>
        </p:nvSpPr>
        <p:spPr>
          <a:xfrm>
            <a:off x="1066800" y="4486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059669"/>
                </a:solidFill>
              </a:defRPr>
            </a:defPPr>
            <a:lvl1pPr algn="l">
              <a:defRPr sz="1650" b="1">
                <a:solidFill>
                  <a:srgbClr val="059669"/>
                </a:solidFill>
              </a:defRPr>
            </a:lvl1pPr>
            <a:lvl2pPr algn="l">
              <a:defRPr sz="1650" b="1">
                <a:solidFill>
                  <a:srgbClr val="059669"/>
                </a:solidFill>
              </a:defRPr>
            </a:lvl2pPr>
            <a:lvl3pPr algn="l">
              <a:defRPr sz="1650" b="1">
                <a:solidFill>
                  <a:srgbClr val="059669"/>
                </a:solidFill>
              </a:defRPr>
            </a:lvl3pPr>
            <a:lvl4pPr algn="l">
              <a:defRPr sz="1650" b="1">
                <a:solidFill>
                  <a:srgbClr val="059669"/>
                </a:solidFill>
              </a:defRPr>
            </a:lvl4pPr>
            <a:lvl5pPr algn="l">
              <a:defRPr sz="1650" b="1">
                <a:solidFill>
                  <a:srgbClr val="059669"/>
                </a:solidFill>
              </a:defRPr>
            </a:lvl5pPr>
            <a:lvl6pPr algn="l">
              <a:defRPr sz="1650" b="1">
                <a:solidFill>
                  <a:srgbClr val="059669"/>
                </a:solidFill>
              </a:defRPr>
            </a:lvl6pPr>
            <a:lvl7pPr algn="l">
              <a:defRPr sz="1650" b="1">
                <a:solidFill>
                  <a:srgbClr val="059669"/>
                </a:solidFill>
              </a:defRPr>
            </a:lvl7pPr>
            <a:lvl8pPr algn="l">
              <a:defRPr sz="1650" b="1">
                <a:solidFill>
                  <a:srgbClr val="059669"/>
                </a:solidFill>
              </a:defRPr>
            </a:lvl8pPr>
            <a:lvl9pPr algn="l">
              <a:defRPr sz="1650" b="1">
                <a:solidFill>
                  <a:srgbClr val="059669"/>
                </a:solidFill>
              </a:defRPr>
            </a:lvl9pPr>
          </a:lstStyle>
          <a:p>
            <a:pPr algn="l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Main lesson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E6535-02DD-45CE-B9CA-8A106D52B9E6}"/>
              </a:ext>
            </a:extLst>
          </p:cNvPr>
          <p:cNvSpPr>
            <a:spLocks noGrp="1"/>
          </p:cNvSpPr>
          <p:nvPr/>
        </p:nvSpPr>
        <p:spPr>
          <a:xfrm>
            <a:off x="1066800" y="484822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75" b="0">
                <a:solidFill>
                  <a:srgbClr val="FFFFFF"/>
                </a:solidFill>
              </a:defRPr>
            </a:defPPr>
            <a:lvl1pPr algn="l">
              <a:defRPr sz="1575" b="0">
                <a:solidFill>
                  <a:srgbClr val="FFFFFF"/>
                </a:solidFill>
              </a:defRPr>
            </a:lvl1pPr>
            <a:lvl2pPr algn="l">
              <a:defRPr sz="1575" b="0">
                <a:solidFill>
                  <a:srgbClr val="FFFFFF"/>
                </a:solidFill>
              </a:defRPr>
            </a:lvl2pPr>
            <a:lvl3pPr algn="l">
              <a:defRPr sz="1575" b="0">
                <a:solidFill>
                  <a:srgbClr val="FFFFFF"/>
                </a:solidFill>
              </a:defRPr>
            </a:lvl3pPr>
            <a:lvl4pPr algn="l">
              <a:defRPr sz="1575" b="0">
                <a:solidFill>
                  <a:srgbClr val="FFFFFF"/>
                </a:solidFill>
              </a:defRPr>
            </a:lvl4pPr>
            <a:lvl5pPr algn="l">
              <a:defRPr sz="1575" b="0">
                <a:solidFill>
                  <a:srgbClr val="FFFFFF"/>
                </a:solidFill>
              </a:defRPr>
            </a:lvl5pPr>
            <a:lvl6pPr algn="l">
              <a:defRPr sz="1575" b="0">
                <a:solidFill>
                  <a:srgbClr val="FFFFFF"/>
                </a:solidFill>
              </a:defRPr>
            </a:lvl6pPr>
            <a:lvl7pPr algn="l">
              <a:defRPr sz="1575" b="0">
                <a:solidFill>
                  <a:srgbClr val="FFFFFF"/>
                </a:solidFill>
              </a:defRPr>
            </a:lvl7pPr>
            <a:lvl8pPr algn="l">
              <a:defRPr sz="1575" b="0">
                <a:solidFill>
                  <a:srgbClr val="FFFFFF"/>
                </a:solidFill>
              </a:defRPr>
            </a:lvl8pPr>
            <a:lvl9pPr algn="l">
              <a:defRPr sz="1575" b="0">
                <a:solidFill>
                  <a:srgbClr val="FFFFFF"/>
                </a:solidFill>
              </a:defRPr>
            </a:lvl9pPr>
          </a:lstStyle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Algorithm guarantees and measured speed answer different questions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224CAE-A5B9-46D5-971E-64BA03CDCA4C}"/>
              </a:ext>
            </a:extLst>
          </p:cNvPr>
          <p:cNvSpPr>
            <a:spLocks noGrp="1"/>
          </p:cNvSpPr>
          <p:nvPr/>
        </p:nvSpPr>
        <p:spPr>
          <a:xfrm>
            <a:off x="1143000" y="551497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C8D7EE"/>
                </a:solidFill>
              </a:defRPr>
            </a:defPPr>
            <a:lvl1pPr algn="ctr">
              <a:defRPr sz="1350" b="1">
                <a:solidFill>
                  <a:srgbClr val="C8D7EE"/>
                </a:solidFill>
              </a:defRPr>
            </a:lvl1pPr>
            <a:lvl2pPr algn="ctr">
              <a:defRPr sz="1350" b="1">
                <a:solidFill>
                  <a:srgbClr val="C8D7EE"/>
                </a:solidFill>
              </a:defRPr>
            </a:lvl2pPr>
            <a:lvl3pPr algn="ctr">
              <a:defRPr sz="1350" b="1">
                <a:solidFill>
                  <a:srgbClr val="C8D7EE"/>
                </a:solidFill>
              </a:defRPr>
            </a:lvl3pPr>
            <a:lvl4pPr algn="ctr">
              <a:defRPr sz="1350" b="1">
                <a:solidFill>
                  <a:srgbClr val="C8D7EE"/>
                </a:solidFill>
              </a:defRPr>
            </a:lvl4pPr>
            <a:lvl5pPr algn="ctr">
              <a:defRPr sz="1350" b="1">
                <a:solidFill>
                  <a:srgbClr val="C8D7EE"/>
                </a:solidFill>
              </a:defRPr>
            </a:lvl5pPr>
            <a:lvl6pPr algn="ctr">
              <a:defRPr sz="1350" b="1">
                <a:solidFill>
                  <a:srgbClr val="C8D7EE"/>
                </a:solidFill>
              </a:defRPr>
            </a:lvl6pPr>
            <a:lvl7pPr algn="ctr">
              <a:defRPr sz="1350" b="1">
                <a:solidFill>
                  <a:srgbClr val="C8D7EE"/>
                </a:solidFill>
              </a:defRPr>
            </a:lvl7pPr>
            <a:lvl8pPr algn="ctr">
              <a:defRPr sz="1350" b="1">
                <a:solidFill>
                  <a:srgbClr val="C8D7EE"/>
                </a:solidFill>
              </a:defRPr>
            </a:lvl8pPr>
            <a:lvl9pPr algn="ctr">
              <a:defRPr sz="1350" b="1">
                <a:solidFill>
                  <a:srgbClr val="C8D7EE"/>
                </a:solidFill>
              </a:defRPr>
            </a:lvl9pPr>
          </a:lstStyle>
          <a:p>
            <a:pPr algn="ctr">
              <a:defRPr sz="1350" b="1">
                <a:solidFill>
                  <a:srgbClr val="C8D7EE"/>
                </a:solidFill>
              </a:defRPr>
            </a:pPr>
            <a:r>
              <a:rPr sz="1350" b="1">
                <a:solidFill>
                  <a:srgbClr val="C8D7EE"/>
                </a:solidFill>
              </a:rPr>
              <a:t>Next step: add comparison, swap and scanned-element counters in separate diagnostic runs.</a:t>
            </a:r>
          </a:p>
        </p:txBody>
      </p:sp>
    </p:spTree>
    <p:extLst>
      <p:ext uri="{BB962C8B-B14F-4D97-AF65-F5344CB8AC3E}">
        <p14:creationId xmlns:p14="http://schemas.microsoft.com/office/powerpoint/2010/main" val="9395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D3B42B2-4A7F-4159-D0F3-17F80D776293}"/>
              </a:ext>
            </a:extLst>
          </p:cNvPr>
          <p:cNvSpPr>
            <a:spLocks noGrp="1"/>
          </p:cNvSpPr>
          <p:nvPr/>
        </p:nvSpPr>
        <p:spPr>
          <a:xfrm>
            <a:off x="2428875" y="2714625"/>
            <a:ext cx="7334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600" b="1">
                <a:solidFill>
                  <a:srgbClr val="14213D"/>
                </a:solidFill>
              </a:defRPr>
            </a:defPPr>
            <a:lvl1pPr algn="l">
              <a:defRPr sz="3600" b="1">
                <a:solidFill>
                  <a:srgbClr val="14213D"/>
                </a:solidFill>
              </a:defRPr>
            </a:lvl1pPr>
            <a:lvl2pPr algn="l">
              <a:defRPr sz="3600" b="1">
                <a:solidFill>
                  <a:srgbClr val="14213D"/>
                </a:solidFill>
              </a:defRPr>
            </a:lvl2pPr>
            <a:lvl3pPr algn="l">
              <a:defRPr sz="3600" b="1">
                <a:solidFill>
                  <a:srgbClr val="14213D"/>
                </a:solidFill>
              </a:defRPr>
            </a:lvl3pPr>
            <a:lvl4pPr algn="l">
              <a:defRPr sz="3600" b="1">
                <a:solidFill>
                  <a:srgbClr val="14213D"/>
                </a:solidFill>
              </a:defRPr>
            </a:lvl4pPr>
            <a:lvl5pPr algn="l">
              <a:defRPr sz="3600" b="1">
                <a:solidFill>
                  <a:srgbClr val="14213D"/>
                </a:solidFill>
              </a:defRPr>
            </a:lvl5pPr>
            <a:lvl6pPr algn="l">
              <a:defRPr sz="3600" b="1">
                <a:solidFill>
                  <a:srgbClr val="14213D"/>
                </a:solidFill>
              </a:defRPr>
            </a:lvl6pPr>
            <a:lvl7pPr algn="l">
              <a:defRPr sz="3600" b="1">
                <a:solidFill>
                  <a:srgbClr val="14213D"/>
                </a:solidFill>
              </a:defRPr>
            </a:lvl7pPr>
            <a:lvl8pPr algn="l">
              <a:defRPr sz="3600" b="1">
                <a:solidFill>
                  <a:srgbClr val="14213D"/>
                </a:solidFill>
              </a:defRPr>
            </a:lvl8pPr>
            <a:lvl9pPr algn="l">
              <a:defRPr sz="3600" b="1">
                <a:solidFill>
                  <a:srgbClr val="14213D"/>
                </a:solidFill>
              </a:defRPr>
            </a:lvl9pPr>
          </a:lstStyle>
          <a:p>
            <a:pPr algn="ctr">
              <a:defRPr sz="3600" b="1">
                <a:solidFill>
                  <a:srgbClr val="14213D"/>
                </a:solidFill>
              </a:defRPr>
            </a:pPr>
            <a:r>
              <a:rPr lang="en-US" sz="3600" b="1" dirty="0">
                <a:solidFill>
                  <a:srgbClr val="14213D"/>
                </a:solidFill>
              </a:rPr>
              <a:t>Thank You!</a:t>
            </a:r>
            <a:endParaRPr sz="3600" b="1" dirty="0">
              <a:solidFill>
                <a:srgbClr val="1421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2105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DocSecurity>0</DocSecurity>
  <PresentationFormat>Widescreen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Jonathan Immanuel</cp:lastModifiedBy>
  <cp:revision>1</cp:revision>
  <dcterms:created xsi:type="dcterms:W3CDTF">2026-10-23T12:34:37Z</dcterms:created>
  <dcterms:modified xsi:type="dcterms:W3CDTF">2026-10-23T12:42:55Z</dcterms:modified>
</cp:coreProperties>
</file>